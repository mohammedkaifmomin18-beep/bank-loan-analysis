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60" r:id="rId1"/>
  </p:sldMasterIdLst>
  <p:notesMasterIdLst>
    <p:notesMasterId r:id="rId12"/>
  </p:notesMasterIdLst>
  <p:sldIdLst>
    <p:sldId id="256" r:id="rId2"/>
    <p:sldId id="257" r:id="rId3"/>
    <p:sldId id="264" r:id="rId4"/>
    <p:sldId id="281" r:id="rId5"/>
    <p:sldId id="280" r:id="rId6"/>
    <p:sldId id="279" r:id="rId7"/>
    <p:sldId id="283" r:id="rId8"/>
    <p:sldId id="282" r:id="rId9"/>
    <p:sldId id="263" r:id="rId10"/>
    <p:sldId id="271"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BEF392A-CFDA-4C60-A969-0C4B270D66BE}" v="37" dt="2025-09-09T17:50:48.3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8" autoAdjust="0"/>
    <p:restoredTop sz="94641" autoAdjust="0"/>
  </p:normalViewPr>
  <p:slideViewPr>
    <p:cSldViewPr snapToGrid="0" snapToObjects="1">
      <p:cViewPr varScale="1">
        <p:scale>
          <a:sx n="78" d="100"/>
          <a:sy n="78" d="100"/>
        </p:scale>
        <p:origin x="960" y="62"/>
      </p:cViewPr>
      <p:guideLst>
        <p:guide orient="horz" pos="2160"/>
        <p:guide pos="3840"/>
      </p:guideLst>
    </p:cSldViewPr>
  </p:slideViewPr>
  <p:outlineViewPr>
    <p:cViewPr>
      <p:scale>
        <a:sx n="33" d="100"/>
        <a:sy n="33" d="100"/>
      </p:scale>
      <p:origin x="0" y="-3077"/>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ohammed kaif Momin" userId="586203413f72994a" providerId="LiveId" clId="{90D1D7B7-D491-44D7-8BFE-F6A45BD10F3A}"/>
    <pc:docChg chg="undo custSel addSld delSld modSld sldOrd">
      <pc:chgData name="Mohammed kaif Momin" userId="586203413f72994a" providerId="LiveId" clId="{90D1D7B7-D491-44D7-8BFE-F6A45BD10F3A}" dt="2025-09-09T17:51:24.750" v="1378" actId="27636"/>
      <pc:docMkLst>
        <pc:docMk/>
      </pc:docMkLst>
      <pc:sldChg chg="del">
        <pc:chgData name="Mohammed kaif Momin" userId="586203413f72994a" providerId="LiveId" clId="{90D1D7B7-D491-44D7-8BFE-F6A45BD10F3A}" dt="2025-09-07T15:10:44.271" v="0" actId="47"/>
        <pc:sldMkLst>
          <pc:docMk/>
          <pc:sldMk cId="0" sldId="258"/>
        </pc:sldMkLst>
      </pc:sldChg>
      <pc:sldChg chg="ord">
        <pc:chgData name="Mohammed kaif Momin" userId="586203413f72994a" providerId="LiveId" clId="{90D1D7B7-D491-44D7-8BFE-F6A45BD10F3A}" dt="2025-09-09T17:13:02.793" v="1300"/>
        <pc:sldMkLst>
          <pc:docMk/>
          <pc:sldMk cId="0" sldId="264"/>
        </pc:sldMkLst>
      </pc:sldChg>
      <pc:sldChg chg="addSp modSp del mod">
        <pc:chgData name="Mohammed kaif Momin" userId="586203413f72994a" providerId="LiveId" clId="{90D1D7B7-D491-44D7-8BFE-F6A45BD10F3A}" dt="2025-09-09T17:13:00.624" v="1298" actId="47"/>
        <pc:sldMkLst>
          <pc:docMk/>
          <pc:sldMk cId="2506150695" sldId="266"/>
        </pc:sldMkLst>
        <pc:spChg chg="mod">
          <ac:chgData name="Mohammed kaif Momin" userId="586203413f72994a" providerId="LiveId" clId="{90D1D7B7-D491-44D7-8BFE-F6A45BD10F3A}" dt="2025-09-09T06:23:47.811" v="124" actId="14100"/>
          <ac:spMkLst>
            <pc:docMk/>
            <pc:sldMk cId="2506150695" sldId="266"/>
            <ac:spMk id="4" creationId="{71F48948-F298-CE2D-BEC6-76D1E9972B1D}"/>
          </ac:spMkLst>
        </pc:spChg>
        <pc:graphicFrameChg chg="add mod modGraphic">
          <ac:chgData name="Mohammed kaif Momin" userId="586203413f72994a" providerId="LiveId" clId="{90D1D7B7-D491-44D7-8BFE-F6A45BD10F3A}" dt="2025-09-09T06:56:33.913" v="174" actId="21"/>
          <ac:graphicFrameMkLst>
            <pc:docMk/>
            <pc:sldMk cId="2506150695" sldId="266"/>
            <ac:graphicFrameMk id="3" creationId="{CCA54794-21B2-5F5B-D89D-4BA4F8603D8B}"/>
          </ac:graphicFrameMkLst>
        </pc:graphicFrameChg>
      </pc:sldChg>
      <pc:sldChg chg="modSp del mod">
        <pc:chgData name="Mohammed kaif Momin" userId="586203413f72994a" providerId="LiveId" clId="{90D1D7B7-D491-44D7-8BFE-F6A45BD10F3A}" dt="2025-09-09T17:13:15.952" v="1301" actId="47"/>
        <pc:sldMkLst>
          <pc:docMk/>
          <pc:sldMk cId="2430451084" sldId="267"/>
        </pc:sldMkLst>
        <pc:spChg chg="mod">
          <ac:chgData name="Mohammed kaif Momin" userId="586203413f72994a" providerId="LiveId" clId="{90D1D7B7-D491-44D7-8BFE-F6A45BD10F3A}" dt="2025-09-08T11:41:02.641" v="85" actId="27636"/>
          <ac:spMkLst>
            <pc:docMk/>
            <pc:sldMk cId="2430451084" sldId="267"/>
            <ac:spMk id="4" creationId="{C7381108-1C7F-E523-EE8A-CA08C99555BC}"/>
          </ac:spMkLst>
        </pc:spChg>
      </pc:sldChg>
      <pc:sldChg chg="modSp del mod">
        <pc:chgData name="Mohammed kaif Momin" userId="586203413f72994a" providerId="LiveId" clId="{90D1D7B7-D491-44D7-8BFE-F6A45BD10F3A}" dt="2025-09-09T17:12:51.490" v="1297" actId="47"/>
        <pc:sldMkLst>
          <pc:docMk/>
          <pc:sldMk cId="971860511" sldId="268"/>
        </pc:sldMkLst>
        <pc:spChg chg="mod">
          <ac:chgData name="Mohammed kaif Momin" userId="586203413f72994a" providerId="LiveId" clId="{90D1D7B7-D491-44D7-8BFE-F6A45BD10F3A}" dt="2025-09-08T11:23:52.123" v="55" actId="27636"/>
          <ac:spMkLst>
            <pc:docMk/>
            <pc:sldMk cId="971860511" sldId="268"/>
            <ac:spMk id="4" creationId="{8C8C08E3-B89D-3FA5-F3C2-576EC94E5F63}"/>
          </ac:spMkLst>
        </pc:spChg>
      </pc:sldChg>
      <pc:sldChg chg="addSp delSp modSp del mod">
        <pc:chgData name="Mohammed kaif Momin" userId="586203413f72994a" providerId="LiveId" clId="{90D1D7B7-D491-44D7-8BFE-F6A45BD10F3A}" dt="2025-09-09T17:12:46.551" v="1296" actId="47"/>
        <pc:sldMkLst>
          <pc:docMk/>
          <pc:sldMk cId="883277575" sldId="269"/>
        </pc:sldMkLst>
        <pc:spChg chg="mod">
          <ac:chgData name="Mohammed kaif Momin" userId="586203413f72994a" providerId="LiveId" clId="{90D1D7B7-D491-44D7-8BFE-F6A45BD10F3A}" dt="2025-09-08T18:03:11.736" v="123" actId="20577"/>
          <ac:spMkLst>
            <pc:docMk/>
            <pc:sldMk cId="883277575" sldId="269"/>
            <ac:spMk id="4" creationId="{E666E34F-8D81-933C-4DF5-57A0F7A215A6}"/>
          </ac:spMkLst>
        </pc:spChg>
        <pc:spChg chg="add del mod">
          <ac:chgData name="Mohammed kaif Momin" userId="586203413f72994a" providerId="LiveId" clId="{90D1D7B7-D491-44D7-8BFE-F6A45BD10F3A}" dt="2025-09-08T11:56:15.758" v="95"/>
          <ac:spMkLst>
            <pc:docMk/>
            <pc:sldMk cId="883277575" sldId="269"/>
            <ac:spMk id="5" creationId="{0E284808-3DAA-E4E5-A291-7F558EFDE3B8}"/>
          </ac:spMkLst>
        </pc:spChg>
        <pc:picChg chg="del mod">
          <ac:chgData name="Mohammed kaif Momin" userId="586203413f72994a" providerId="LiveId" clId="{90D1D7B7-D491-44D7-8BFE-F6A45BD10F3A}" dt="2025-09-08T11:56:13.344" v="94" actId="21"/>
          <ac:picMkLst>
            <pc:docMk/>
            <pc:sldMk cId="883277575" sldId="269"/>
            <ac:picMk id="6" creationId="{64FC9719-C914-2A8E-3CD0-4E990066A65C}"/>
          </ac:picMkLst>
        </pc:picChg>
        <pc:picChg chg="add mod">
          <ac:chgData name="Mohammed kaif Momin" userId="586203413f72994a" providerId="LiveId" clId="{90D1D7B7-D491-44D7-8BFE-F6A45BD10F3A}" dt="2025-09-08T11:57:19.322" v="99" actId="14100"/>
          <ac:picMkLst>
            <pc:docMk/>
            <pc:sldMk cId="883277575" sldId="269"/>
            <ac:picMk id="7" creationId="{64FC9719-C914-2A8E-3CD0-4E990066A65C}"/>
          </ac:picMkLst>
        </pc:picChg>
      </pc:sldChg>
      <pc:sldChg chg="del">
        <pc:chgData name="Mohammed kaif Momin" userId="586203413f72994a" providerId="LiveId" clId="{90D1D7B7-D491-44D7-8BFE-F6A45BD10F3A}" dt="2025-09-07T15:10:46.611" v="1" actId="47"/>
        <pc:sldMkLst>
          <pc:docMk/>
          <pc:sldMk cId="40201575" sldId="270"/>
        </pc:sldMkLst>
      </pc:sldChg>
      <pc:sldChg chg="modSp del mod">
        <pc:chgData name="Mohammed kaif Momin" userId="586203413f72994a" providerId="LiveId" clId="{90D1D7B7-D491-44D7-8BFE-F6A45BD10F3A}" dt="2025-09-09T17:11:34.706" v="1295" actId="47"/>
        <pc:sldMkLst>
          <pc:docMk/>
          <pc:sldMk cId="863968985" sldId="275"/>
        </pc:sldMkLst>
        <pc:spChg chg="mod">
          <ac:chgData name="Mohammed kaif Momin" userId="586203413f72994a" providerId="LiveId" clId="{90D1D7B7-D491-44D7-8BFE-F6A45BD10F3A}" dt="2025-09-08T11:31:23.217" v="73"/>
          <ac:spMkLst>
            <pc:docMk/>
            <pc:sldMk cId="863968985" sldId="275"/>
            <ac:spMk id="4" creationId="{99D2FF52-611B-0E8B-D1F6-AEDBE0EC13FD}"/>
          </ac:spMkLst>
        </pc:spChg>
      </pc:sldChg>
      <pc:sldChg chg="modSp del mod">
        <pc:chgData name="Mohammed kaif Momin" userId="586203413f72994a" providerId="LiveId" clId="{90D1D7B7-D491-44D7-8BFE-F6A45BD10F3A}" dt="2025-09-09T17:05:26.019" v="1293" actId="47"/>
        <pc:sldMkLst>
          <pc:docMk/>
          <pc:sldMk cId="301929458" sldId="276"/>
        </pc:sldMkLst>
        <pc:spChg chg="mod">
          <ac:chgData name="Mohammed kaif Momin" userId="586203413f72994a" providerId="LiveId" clId="{90D1D7B7-D491-44D7-8BFE-F6A45BD10F3A}" dt="2025-09-09T15:35:49.737" v="190" actId="27636"/>
          <ac:spMkLst>
            <pc:docMk/>
            <pc:sldMk cId="301929458" sldId="276"/>
            <ac:spMk id="4" creationId="{7C1710A0-EA42-3CD6-0E16-7E5EAEBA255A}"/>
          </ac:spMkLst>
        </pc:spChg>
        <pc:picChg chg="mod">
          <ac:chgData name="Mohammed kaif Momin" userId="586203413f72994a" providerId="LiveId" clId="{90D1D7B7-D491-44D7-8BFE-F6A45BD10F3A}" dt="2025-09-09T15:35:34.475" v="184" actId="14100"/>
          <ac:picMkLst>
            <pc:docMk/>
            <pc:sldMk cId="301929458" sldId="276"/>
            <ac:picMk id="6" creationId="{B82A0AA0-7094-9C2A-9801-89918A277D36}"/>
          </ac:picMkLst>
        </pc:picChg>
      </pc:sldChg>
      <pc:sldChg chg="modSp mod">
        <pc:chgData name="Mohammed kaif Momin" userId="586203413f72994a" providerId="LiveId" clId="{90D1D7B7-D491-44D7-8BFE-F6A45BD10F3A}" dt="2025-09-09T17:43:27.729" v="1308" actId="20577"/>
        <pc:sldMkLst>
          <pc:docMk/>
          <pc:sldMk cId="3103023452" sldId="279"/>
        </pc:sldMkLst>
        <pc:spChg chg="mod">
          <ac:chgData name="Mohammed kaif Momin" userId="586203413f72994a" providerId="LiveId" clId="{90D1D7B7-D491-44D7-8BFE-F6A45BD10F3A}" dt="2025-09-09T17:43:27.729" v="1308" actId="20577"/>
          <ac:spMkLst>
            <pc:docMk/>
            <pc:sldMk cId="3103023452" sldId="279"/>
            <ac:spMk id="4" creationId="{B89A4899-B9E9-EB85-AE0A-40687C9B4F0B}"/>
          </ac:spMkLst>
        </pc:spChg>
      </pc:sldChg>
      <pc:sldChg chg="addSp delSp modSp mod">
        <pc:chgData name="Mohammed kaif Momin" userId="586203413f72994a" providerId="LiveId" clId="{90D1D7B7-D491-44D7-8BFE-F6A45BD10F3A}" dt="2025-09-09T17:43:03.555" v="1305" actId="113"/>
        <pc:sldMkLst>
          <pc:docMk/>
          <pc:sldMk cId="3019992130" sldId="281"/>
        </pc:sldMkLst>
        <pc:spChg chg="mod">
          <ac:chgData name="Mohammed kaif Momin" userId="586203413f72994a" providerId="LiveId" clId="{90D1D7B7-D491-44D7-8BFE-F6A45BD10F3A}" dt="2025-09-09T17:43:03.555" v="1305" actId="113"/>
          <ac:spMkLst>
            <pc:docMk/>
            <pc:sldMk cId="3019992130" sldId="281"/>
            <ac:spMk id="4" creationId="{2E6243EB-355D-8265-501B-D39347CC6D48}"/>
          </ac:spMkLst>
        </pc:spChg>
        <pc:graphicFrameChg chg="add del mod modGraphic">
          <ac:chgData name="Mohammed kaif Momin" userId="586203413f72994a" providerId="LiveId" clId="{90D1D7B7-D491-44D7-8BFE-F6A45BD10F3A}" dt="2025-09-09T15:52:32.146" v="433" actId="478"/>
          <ac:graphicFrameMkLst>
            <pc:docMk/>
            <pc:sldMk cId="3019992130" sldId="281"/>
            <ac:graphicFrameMk id="3" creationId="{80C15725-745D-A827-FA9D-AF313803CF8C}"/>
          </ac:graphicFrameMkLst>
        </pc:graphicFrameChg>
        <pc:graphicFrameChg chg="add del">
          <ac:chgData name="Mohammed kaif Momin" userId="586203413f72994a" providerId="LiveId" clId="{90D1D7B7-D491-44D7-8BFE-F6A45BD10F3A}" dt="2025-09-09T15:50:47.746" v="316" actId="478"/>
          <ac:graphicFrameMkLst>
            <pc:docMk/>
            <pc:sldMk cId="3019992130" sldId="281"/>
            <ac:graphicFrameMk id="6" creationId="{BFA6030B-1F44-C9AB-D6F3-21ECAA49C17D}"/>
          </ac:graphicFrameMkLst>
        </pc:graphicFrameChg>
        <pc:graphicFrameChg chg="add del">
          <ac:chgData name="Mohammed kaif Momin" userId="586203413f72994a" providerId="LiveId" clId="{90D1D7B7-D491-44D7-8BFE-F6A45BD10F3A}" dt="2025-09-09T15:51:01.174" v="318" actId="478"/>
          <ac:graphicFrameMkLst>
            <pc:docMk/>
            <pc:sldMk cId="3019992130" sldId="281"/>
            <ac:graphicFrameMk id="7" creationId="{250BD452-F40D-7777-BB8C-C99370FBBF11}"/>
          </ac:graphicFrameMkLst>
        </pc:graphicFrameChg>
        <pc:graphicFrameChg chg="add mod modGraphic">
          <ac:chgData name="Mohammed kaif Momin" userId="586203413f72994a" providerId="LiveId" clId="{90D1D7B7-D491-44D7-8BFE-F6A45BD10F3A}" dt="2025-09-09T17:07:23.822" v="1294" actId="14734"/>
          <ac:graphicFrameMkLst>
            <pc:docMk/>
            <pc:sldMk cId="3019992130" sldId="281"/>
            <ac:graphicFrameMk id="8" creationId="{12A5CE3D-25CF-1463-DD52-D456CC699FCB}"/>
          </ac:graphicFrameMkLst>
        </pc:graphicFrameChg>
      </pc:sldChg>
      <pc:sldChg chg="addSp delSp modSp new mod">
        <pc:chgData name="Mohammed kaif Momin" userId="586203413f72994a" providerId="LiveId" clId="{90D1D7B7-D491-44D7-8BFE-F6A45BD10F3A}" dt="2025-09-09T16:39:55.301" v="1069" actId="14100"/>
        <pc:sldMkLst>
          <pc:docMk/>
          <pc:sldMk cId="2748818911" sldId="282"/>
        </pc:sldMkLst>
        <pc:spChg chg="mod">
          <ac:chgData name="Mohammed kaif Momin" userId="586203413f72994a" providerId="LiveId" clId="{90D1D7B7-D491-44D7-8BFE-F6A45BD10F3A}" dt="2025-09-09T16:31:44.536" v="728" actId="20577"/>
          <ac:spMkLst>
            <pc:docMk/>
            <pc:sldMk cId="2748818911" sldId="282"/>
            <ac:spMk id="2" creationId="{A843AABA-F8EC-239F-1E49-CC58087A3C95}"/>
          </ac:spMkLst>
        </pc:spChg>
        <pc:spChg chg="del mod">
          <ac:chgData name="Mohammed kaif Momin" userId="586203413f72994a" providerId="LiveId" clId="{90D1D7B7-D491-44D7-8BFE-F6A45BD10F3A}" dt="2025-09-09T16:32:12.944" v="731" actId="22"/>
          <ac:spMkLst>
            <pc:docMk/>
            <pc:sldMk cId="2748818911" sldId="282"/>
            <ac:spMk id="3" creationId="{DC89D30B-D44A-30F6-D125-3BFF16EAC23B}"/>
          </ac:spMkLst>
        </pc:spChg>
        <pc:spChg chg="mod">
          <ac:chgData name="Mohammed kaif Momin" userId="586203413f72994a" providerId="LiveId" clId="{90D1D7B7-D491-44D7-8BFE-F6A45BD10F3A}" dt="2025-09-09T16:39:55.301" v="1069" actId="14100"/>
          <ac:spMkLst>
            <pc:docMk/>
            <pc:sldMk cId="2748818911" sldId="282"/>
            <ac:spMk id="4" creationId="{CD31A9D7-ABDB-BFDB-51E3-E5954A715AE6}"/>
          </ac:spMkLst>
        </pc:spChg>
        <pc:picChg chg="add mod ord">
          <ac:chgData name="Mohammed kaif Momin" userId="586203413f72994a" providerId="LiveId" clId="{90D1D7B7-D491-44D7-8BFE-F6A45BD10F3A}" dt="2025-09-09T16:32:17.791" v="732" actId="1076"/>
          <ac:picMkLst>
            <pc:docMk/>
            <pc:sldMk cId="2748818911" sldId="282"/>
            <ac:picMk id="6" creationId="{9F09FFFA-736C-2BCD-BBBA-F1E0917F5AB0}"/>
          </ac:picMkLst>
        </pc:picChg>
      </pc:sldChg>
      <pc:sldChg chg="addSp delSp modSp new mod ord">
        <pc:chgData name="Mohammed kaif Momin" userId="586203413f72994a" providerId="LiveId" clId="{90D1D7B7-D491-44D7-8BFE-F6A45BD10F3A}" dt="2025-09-09T17:51:24.750" v="1378" actId="27636"/>
        <pc:sldMkLst>
          <pc:docMk/>
          <pc:sldMk cId="1033923560" sldId="283"/>
        </pc:sldMkLst>
        <pc:spChg chg="mod">
          <ac:chgData name="Mohammed kaif Momin" userId="586203413f72994a" providerId="LiveId" clId="{90D1D7B7-D491-44D7-8BFE-F6A45BD10F3A}" dt="2025-09-09T16:50:25.073" v="1106" actId="20577"/>
          <ac:spMkLst>
            <pc:docMk/>
            <pc:sldMk cId="1033923560" sldId="283"/>
            <ac:spMk id="2" creationId="{2C3507F5-BA42-A13C-8252-82FF366F6300}"/>
          </ac:spMkLst>
        </pc:spChg>
        <pc:spChg chg="del">
          <ac:chgData name="Mohammed kaif Momin" userId="586203413f72994a" providerId="LiveId" clId="{90D1D7B7-D491-44D7-8BFE-F6A45BD10F3A}" dt="2025-09-09T16:48:58.049" v="1077"/>
          <ac:spMkLst>
            <pc:docMk/>
            <pc:sldMk cId="1033923560" sldId="283"/>
            <ac:spMk id="3" creationId="{DF10CBF8-5E3A-4F2E-417E-28A9D8E7396A}"/>
          </ac:spMkLst>
        </pc:spChg>
        <pc:spChg chg="del">
          <ac:chgData name="Mohammed kaif Momin" userId="586203413f72994a" providerId="LiveId" clId="{90D1D7B7-D491-44D7-8BFE-F6A45BD10F3A}" dt="2025-09-09T16:50:53.661" v="1107" actId="3680"/>
          <ac:spMkLst>
            <pc:docMk/>
            <pc:sldMk cId="1033923560" sldId="283"/>
            <ac:spMk id="4" creationId="{19B08D17-4AFE-144E-60DE-9A53725CC08F}"/>
          </ac:spMkLst>
        </pc:spChg>
        <pc:spChg chg="add mod">
          <ac:chgData name="Mohammed kaif Momin" userId="586203413f72994a" providerId="LiveId" clId="{90D1D7B7-D491-44D7-8BFE-F6A45BD10F3A}" dt="2025-09-09T17:51:24.750" v="1378" actId="27636"/>
          <ac:spMkLst>
            <pc:docMk/>
            <pc:sldMk cId="1033923560" sldId="283"/>
            <ac:spMk id="8" creationId="{689A89C5-219C-233B-AC39-2564A2F12111}"/>
          </ac:spMkLst>
        </pc:spChg>
        <pc:graphicFrameChg chg="add del mod modGraphic">
          <ac:chgData name="Mohammed kaif Momin" userId="586203413f72994a" providerId="LiveId" clId="{90D1D7B7-D491-44D7-8BFE-F6A45BD10F3A}" dt="2025-09-09T17:01:32.444" v="1287" actId="21"/>
          <ac:graphicFrameMkLst>
            <pc:docMk/>
            <pc:sldMk cId="1033923560" sldId="283"/>
            <ac:graphicFrameMk id="5" creationId="{D50DB35A-8C40-7E50-9CF1-E268615E3446}"/>
          </ac:graphicFrameMkLst>
        </pc:graphicFrameChg>
        <pc:graphicFrameChg chg="add mod ord modGraphic">
          <ac:chgData name="Mohammed kaif Momin" userId="586203413f72994a" providerId="LiveId" clId="{90D1D7B7-D491-44D7-8BFE-F6A45BD10F3A}" dt="2025-09-09T17:01:18.434" v="1286" actId="20577"/>
          <ac:graphicFrameMkLst>
            <pc:docMk/>
            <pc:sldMk cId="1033923560" sldId="283"/>
            <ac:graphicFrameMk id="6" creationId="{F8D2F30C-1B0C-3EC5-1A97-229029E5FD64}"/>
          </ac:graphicFrameMkLst>
        </pc:graphicFrameChg>
      </pc:sldChg>
    </pc:docChg>
  </pc:docChgLst>
  <pc:docChgLst>
    <pc:chgData name="Mohammed kaif Momin" userId="586203413f72994a" providerId="LiveId" clId="{9F8A7BBC-EF76-4B3B-8B04-BB65AEF64467}"/>
    <pc:docChg chg="undo custSel addSld delSld modSld sldOrd">
      <pc:chgData name="Mohammed kaif Momin" userId="586203413f72994a" providerId="LiveId" clId="{9F8A7BBC-EF76-4B3B-8B04-BB65AEF64467}" dt="2025-09-04T19:41:14.240" v="408" actId="404"/>
      <pc:docMkLst>
        <pc:docMk/>
      </pc:docMkLst>
      <pc:sldChg chg="modSp mod">
        <pc:chgData name="Mohammed kaif Momin" userId="586203413f72994a" providerId="LiveId" clId="{9F8A7BBC-EF76-4B3B-8B04-BB65AEF64467}" dt="2025-09-04T09:46:09.623" v="320" actId="20577"/>
        <pc:sldMkLst>
          <pc:docMk/>
          <pc:sldMk cId="0" sldId="257"/>
        </pc:sldMkLst>
        <pc:spChg chg="mod">
          <ac:chgData name="Mohammed kaif Momin" userId="586203413f72994a" providerId="LiveId" clId="{9F8A7BBC-EF76-4B3B-8B04-BB65AEF64467}" dt="2025-09-04T09:46:09.623" v="320" actId="20577"/>
          <ac:spMkLst>
            <pc:docMk/>
            <pc:sldMk cId="0" sldId="257"/>
            <ac:spMk id="3" creationId="{00000000-0000-0000-0000-000000000000}"/>
          </ac:spMkLst>
        </pc:spChg>
      </pc:sldChg>
      <pc:sldChg chg="ord">
        <pc:chgData name="Mohammed kaif Momin" userId="586203413f72994a" providerId="LiveId" clId="{9F8A7BBC-EF76-4B3B-8B04-BB65AEF64467}" dt="2025-09-04T06:12:33.231" v="210"/>
        <pc:sldMkLst>
          <pc:docMk/>
          <pc:sldMk cId="0" sldId="258"/>
        </pc:sldMkLst>
      </pc:sldChg>
      <pc:sldChg chg="del">
        <pc:chgData name="Mohammed kaif Momin" userId="586203413f72994a" providerId="LiveId" clId="{9F8A7BBC-EF76-4B3B-8B04-BB65AEF64467}" dt="2025-09-04T06:11:40.647" v="207" actId="47"/>
        <pc:sldMkLst>
          <pc:docMk/>
          <pc:sldMk cId="0" sldId="259"/>
        </pc:sldMkLst>
      </pc:sldChg>
      <pc:sldChg chg="del">
        <pc:chgData name="Mohammed kaif Momin" userId="586203413f72994a" providerId="LiveId" clId="{9F8A7BBC-EF76-4B3B-8B04-BB65AEF64467}" dt="2025-09-04T06:11:25.505" v="205" actId="47"/>
        <pc:sldMkLst>
          <pc:docMk/>
          <pc:sldMk cId="0" sldId="260"/>
        </pc:sldMkLst>
      </pc:sldChg>
      <pc:sldChg chg="del">
        <pc:chgData name="Mohammed kaif Momin" userId="586203413f72994a" providerId="LiveId" clId="{9F8A7BBC-EF76-4B3B-8B04-BB65AEF64467}" dt="2025-09-04T06:11:31.507" v="206" actId="47"/>
        <pc:sldMkLst>
          <pc:docMk/>
          <pc:sldMk cId="0" sldId="261"/>
        </pc:sldMkLst>
      </pc:sldChg>
      <pc:sldChg chg="del ord">
        <pc:chgData name="Mohammed kaif Momin" userId="586203413f72994a" providerId="LiveId" clId="{9F8A7BBC-EF76-4B3B-8B04-BB65AEF64467}" dt="2025-09-04T09:36:58.900" v="317" actId="47"/>
        <pc:sldMkLst>
          <pc:docMk/>
          <pc:sldMk cId="0" sldId="262"/>
        </pc:sldMkLst>
      </pc:sldChg>
      <pc:sldChg chg="ord">
        <pc:chgData name="Mohammed kaif Momin" userId="586203413f72994a" providerId="LiveId" clId="{9F8A7BBC-EF76-4B3B-8B04-BB65AEF64467}" dt="2025-09-03T17:19:16.494" v="1"/>
        <pc:sldMkLst>
          <pc:docMk/>
          <pc:sldMk cId="0" sldId="264"/>
        </pc:sldMkLst>
      </pc:sldChg>
      <pc:sldChg chg="addSp delSp modSp del mod ord chgLayout">
        <pc:chgData name="Mohammed kaif Momin" userId="586203413f72994a" providerId="LiveId" clId="{9F8A7BBC-EF76-4B3B-8B04-BB65AEF64467}" dt="2025-09-04T06:12:23.411" v="208" actId="47"/>
        <pc:sldMkLst>
          <pc:docMk/>
          <pc:sldMk cId="0" sldId="265"/>
        </pc:sldMkLst>
      </pc:sldChg>
      <pc:sldChg chg="addSp delSp modSp new mod ord">
        <pc:chgData name="Mohammed kaif Momin" userId="586203413f72994a" providerId="LiveId" clId="{9F8A7BBC-EF76-4B3B-8B04-BB65AEF64467}" dt="2025-09-04T12:23:01.411" v="391" actId="14100"/>
        <pc:sldMkLst>
          <pc:docMk/>
          <pc:sldMk cId="2506150695" sldId="266"/>
        </pc:sldMkLst>
      </pc:sldChg>
      <pc:sldChg chg="addSp delSp modSp new mod">
        <pc:chgData name="Mohammed kaif Momin" userId="586203413f72994a" providerId="LiveId" clId="{9F8A7BBC-EF76-4B3B-8B04-BB65AEF64467}" dt="2025-09-04T12:29:10.378" v="405" actId="14100"/>
        <pc:sldMkLst>
          <pc:docMk/>
          <pc:sldMk cId="2430451084" sldId="267"/>
        </pc:sldMkLst>
      </pc:sldChg>
      <pc:sldChg chg="addSp delSp modSp new mod ord">
        <pc:chgData name="Mohammed kaif Momin" userId="586203413f72994a" providerId="LiveId" clId="{9F8A7BBC-EF76-4B3B-8B04-BB65AEF64467}" dt="2025-09-04T12:17:56.486" v="336" actId="20577"/>
        <pc:sldMkLst>
          <pc:docMk/>
          <pc:sldMk cId="971860511" sldId="268"/>
        </pc:sldMkLst>
      </pc:sldChg>
      <pc:sldChg chg="addSp delSp modSp new mod">
        <pc:chgData name="Mohammed kaif Momin" userId="586203413f72994a" providerId="LiveId" clId="{9F8A7BBC-EF76-4B3B-8B04-BB65AEF64467}" dt="2025-09-04T12:27:22.376" v="399" actId="27636"/>
        <pc:sldMkLst>
          <pc:docMk/>
          <pc:sldMk cId="883277575" sldId="269"/>
        </pc:sldMkLst>
      </pc:sldChg>
      <pc:sldChg chg="addSp delSp modSp new mod">
        <pc:chgData name="Mohammed kaif Momin" userId="586203413f72994a" providerId="LiveId" clId="{9F8A7BBC-EF76-4B3B-8B04-BB65AEF64467}" dt="2025-09-04T12:30:30.801" v="406" actId="113"/>
        <pc:sldMkLst>
          <pc:docMk/>
          <pc:sldMk cId="40201575" sldId="270"/>
        </pc:sldMkLst>
      </pc:sldChg>
      <pc:sldChg chg="modSp add mod ord">
        <pc:chgData name="Mohammed kaif Momin" userId="586203413f72994a" providerId="LiveId" clId="{9F8A7BBC-EF76-4B3B-8B04-BB65AEF64467}" dt="2025-09-04T19:41:14.240" v="408" actId="404"/>
        <pc:sldMkLst>
          <pc:docMk/>
          <pc:sldMk cId="2292620946" sldId="271"/>
        </pc:sldMkLst>
        <pc:spChg chg="mod">
          <ac:chgData name="Mohammed kaif Momin" userId="586203413f72994a" providerId="LiveId" clId="{9F8A7BBC-EF76-4B3B-8B04-BB65AEF64467}" dt="2025-09-04T09:35:52.902" v="292" actId="20577"/>
          <ac:spMkLst>
            <pc:docMk/>
            <pc:sldMk cId="2292620946" sldId="271"/>
            <ac:spMk id="2" creationId="{7E66974B-14A3-A3FF-C740-CE4DDCA9811B}"/>
          </ac:spMkLst>
        </pc:spChg>
        <pc:spChg chg="mod">
          <ac:chgData name="Mohammed kaif Momin" userId="586203413f72994a" providerId="LiveId" clId="{9F8A7BBC-EF76-4B3B-8B04-BB65AEF64467}" dt="2025-09-04T19:41:14.240" v="408" actId="404"/>
          <ac:spMkLst>
            <pc:docMk/>
            <pc:sldMk cId="2292620946" sldId="271"/>
            <ac:spMk id="3" creationId="{CC6C5A7E-1945-1468-63A6-5B5D9A5BD830}"/>
          </ac:spMkLst>
        </pc:spChg>
      </pc:sldChg>
    </pc:docChg>
  </pc:docChgLst>
  <pc:docChgLst>
    <pc:chgData name="Mohammed kaif Momin" userId="586203413f72994a" providerId="LiveId" clId="{0C43ECD0-D8E5-4175-8787-F66C119612B2}"/>
    <pc:docChg chg="undo custSel modSld sldOrd">
      <pc:chgData name="Mohammed kaif Momin" userId="586203413f72994a" providerId="LiveId" clId="{0C43ECD0-D8E5-4175-8787-F66C119612B2}" dt="2025-08-29T18:48:32.366" v="956" actId="20577"/>
      <pc:docMkLst>
        <pc:docMk/>
      </pc:docMkLst>
      <pc:sldChg chg="modSp mod">
        <pc:chgData name="Mohammed kaif Momin" userId="586203413f72994a" providerId="LiveId" clId="{0C43ECD0-D8E5-4175-8787-F66C119612B2}" dt="2025-08-29T14:38:16.592" v="482"/>
        <pc:sldMkLst>
          <pc:docMk/>
          <pc:sldMk cId="0" sldId="256"/>
        </pc:sldMkLst>
        <pc:spChg chg="mod">
          <ac:chgData name="Mohammed kaif Momin" userId="586203413f72994a" providerId="LiveId" clId="{0C43ECD0-D8E5-4175-8787-F66C119612B2}" dt="2025-08-29T14:24:17.014" v="369" actId="27636"/>
          <ac:spMkLst>
            <pc:docMk/>
            <pc:sldMk cId="0" sldId="256"/>
            <ac:spMk id="2" creationId="{00000000-0000-0000-0000-000000000000}"/>
          </ac:spMkLst>
        </pc:spChg>
        <pc:spChg chg="mod">
          <ac:chgData name="Mohammed kaif Momin" userId="586203413f72994a" providerId="LiveId" clId="{0C43ECD0-D8E5-4175-8787-F66C119612B2}" dt="2025-08-29T14:38:16.592" v="482"/>
          <ac:spMkLst>
            <pc:docMk/>
            <pc:sldMk cId="0" sldId="256"/>
            <ac:spMk id="3" creationId="{00000000-0000-0000-0000-000000000000}"/>
          </ac:spMkLst>
        </pc:spChg>
      </pc:sldChg>
      <pc:sldChg chg="modSp mod">
        <pc:chgData name="Mohammed kaif Momin" userId="586203413f72994a" providerId="LiveId" clId="{0C43ECD0-D8E5-4175-8787-F66C119612B2}" dt="2025-08-29T14:50:40.969" v="618" actId="113"/>
        <pc:sldMkLst>
          <pc:docMk/>
          <pc:sldMk cId="0" sldId="257"/>
        </pc:sldMkLst>
        <pc:spChg chg="mod">
          <ac:chgData name="Mohammed kaif Momin" userId="586203413f72994a" providerId="LiveId" clId="{0C43ECD0-D8E5-4175-8787-F66C119612B2}" dt="2025-08-29T14:50:40.969" v="618" actId="113"/>
          <ac:spMkLst>
            <pc:docMk/>
            <pc:sldMk cId="0" sldId="257"/>
            <ac:spMk id="2" creationId="{00000000-0000-0000-0000-000000000000}"/>
          </ac:spMkLst>
        </pc:spChg>
        <pc:spChg chg="mod">
          <ac:chgData name="Mohammed kaif Momin" userId="586203413f72994a" providerId="LiveId" clId="{0C43ECD0-D8E5-4175-8787-F66C119612B2}" dt="2025-08-29T14:38:16.592" v="482"/>
          <ac:spMkLst>
            <pc:docMk/>
            <pc:sldMk cId="0" sldId="257"/>
            <ac:spMk id="3" creationId="{00000000-0000-0000-0000-000000000000}"/>
          </ac:spMkLst>
        </pc:spChg>
      </pc:sldChg>
      <pc:sldChg chg="addSp delSp modSp mod modClrScheme chgLayout">
        <pc:chgData name="Mohammed kaif Momin" userId="586203413f72994a" providerId="LiveId" clId="{0C43ECD0-D8E5-4175-8787-F66C119612B2}" dt="2025-08-29T18:14:37.617" v="882" actId="20577"/>
        <pc:sldMkLst>
          <pc:docMk/>
          <pc:sldMk cId="0" sldId="258"/>
        </pc:sldMkLst>
      </pc:sldChg>
      <pc:sldChg chg="addSp modSp mod">
        <pc:chgData name="Mohammed kaif Momin" userId="586203413f72994a" providerId="LiveId" clId="{0C43ECD0-D8E5-4175-8787-F66C119612B2}" dt="2025-08-29T14:45:22.395" v="581" actId="12"/>
        <pc:sldMkLst>
          <pc:docMk/>
          <pc:sldMk cId="0" sldId="259"/>
        </pc:sldMkLst>
      </pc:sldChg>
      <pc:sldChg chg="addSp delSp modSp mod">
        <pc:chgData name="Mohammed kaif Momin" userId="586203413f72994a" providerId="LiveId" clId="{0C43ECD0-D8E5-4175-8787-F66C119612B2}" dt="2025-08-29T14:52:28.214" v="637" actId="1076"/>
        <pc:sldMkLst>
          <pc:docMk/>
          <pc:sldMk cId="0" sldId="260"/>
        </pc:sldMkLst>
      </pc:sldChg>
      <pc:sldChg chg="addSp delSp modSp mod ord">
        <pc:chgData name="Mohammed kaif Momin" userId="586203413f72994a" providerId="LiveId" clId="{0C43ECD0-D8E5-4175-8787-F66C119612B2}" dt="2025-08-29T14:46:49.790" v="597" actId="403"/>
        <pc:sldMkLst>
          <pc:docMk/>
          <pc:sldMk cId="0" sldId="261"/>
        </pc:sldMkLst>
      </pc:sldChg>
      <pc:sldChg chg="addSp modSp mod ord">
        <pc:chgData name="Mohammed kaif Momin" userId="586203413f72994a" providerId="LiveId" clId="{0C43ECD0-D8E5-4175-8787-F66C119612B2}" dt="2025-08-29T15:00:00.270" v="750"/>
        <pc:sldMkLst>
          <pc:docMk/>
          <pc:sldMk cId="0" sldId="262"/>
        </pc:sldMkLst>
      </pc:sldChg>
      <pc:sldChg chg="modSp mod">
        <pc:chgData name="Mohammed kaif Momin" userId="586203413f72994a" providerId="LiveId" clId="{0C43ECD0-D8E5-4175-8787-F66C119612B2}" dt="2025-08-29T18:48:32.366" v="956" actId="20577"/>
        <pc:sldMkLst>
          <pc:docMk/>
          <pc:sldMk cId="0" sldId="263"/>
        </pc:sldMkLst>
        <pc:spChg chg="mod">
          <ac:chgData name="Mohammed kaif Momin" userId="586203413f72994a" providerId="LiveId" clId="{0C43ECD0-D8E5-4175-8787-F66C119612B2}" dt="2025-08-29T15:05:09.585" v="831" actId="113"/>
          <ac:spMkLst>
            <pc:docMk/>
            <pc:sldMk cId="0" sldId="263"/>
            <ac:spMk id="2" creationId="{00000000-0000-0000-0000-000000000000}"/>
          </ac:spMkLst>
        </pc:spChg>
        <pc:spChg chg="mod">
          <ac:chgData name="Mohammed kaif Momin" userId="586203413f72994a" providerId="LiveId" clId="{0C43ECD0-D8E5-4175-8787-F66C119612B2}" dt="2025-08-29T18:48:32.366" v="956" actId="20577"/>
          <ac:spMkLst>
            <pc:docMk/>
            <pc:sldMk cId="0" sldId="263"/>
            <ac:spMk id="3" creationId="{00000000-0000-0000-0000-000000000000}"/>
          </ac:spMkLst>
        </pc:spChg>
      </pc:sldChg>
    </pc:docChg>
  </pc:docChgLst>
  <pc:docChgLst>
    <pc:chgData name="Mohammed kaif Momin" userId="586203413f72994a" providerId="LiveId" clId="{9BEF392A-CFDA-4C60-A969-0C4B270D66BE}"/>
    <pc:docChg chg="undo custSel addSld delSld modSld">
      <pc:chgData name="Mohammed kaif Momin" userId="586203413f72994a" providerId="LiveId" clId="{9BEF392A-CFDA-4C60-A969-0C4B270D66BE}" dt="2025-09-05T19:27:03.724" v="22" actId="47"/>
      <pc:docMkLst>
        <pc:docMk/>
      </pc:docMkLst>
      <pc:sldChg chg="del">
        <pc:chgData name="Mohammed kaif Momin" userId="586203413f72994a" providerId="LiveId" clId="{9BEF392A-CFDA-4C60-A969-0C4B270D66BE}" dt="2025-09-05T19:27:03.724" v="22" actId="47"/>
        <pc:sldMkLst>
          <pc:docMk/>
          <pc:sldMk cId="0" sldId="272"/>
        </pc:sldMkLst>
      </pc:sldChg>
      <pc:sldChg chg="del">
        <pc:chgData name="Mohammed kaif Momin" userId="586203413f72994a" providerId="LiveId" clId="{9BEF392A-CFDA-4C60-A969-0C4B270D66BE}" dt="2025-09-05T19:27:02.157" v="21" actId="47"/>
        <pc:sldMkLst>
          <pc:docMk/>
          <pc:sldMk cId="0" sldId="273"/>
        </pc:sldMkLst>
      </pc:sldChg>
      <pc:sldChg chg="del">
        <pc:chgData name="Mohammed kaif Momin" userId="586203413f72994a" providerId="LiveId" clId="{9BEF392A-CFDA-4C60-A969-0C4B270D66BE}" dt="2025-09-05T19:26:59.523" v="20" actId="47"/>
        <pc:sldMkLst>
          <pc:docMk/>
          <pc:sldMk cId="0" sldId="274"/>
        </pc:sldMkLst>
      </pc:sldChg>
      <pc:sldChg chg="modSp add mod">
        <pc:chgData name="Mohammed kaif Momin" userId="586203413f72994a" providerId="LiveId" clId="{9BEF392A-CFDA-4C60-A969-0C4B270D66BE}" dt="2025-09-05T19:22:56.708" v="5" actId="27636"/>
        <pc:sldMkLst>
          <pc:docMk/>
          <pc:sldMk cId="863968985" sldId="275"/>
        </pc:sldMkLst>
      </pc:sldChg>
      <pc:sldChg chg="modSp add mod">
        <pc:chgData name="Mohammed kaif Momin" userId="586203413f72994a" providerId="LiveId" clId="{9BEF392A-CFDA-4C60-A969-0C4B270D66BE}" dt="2025-09-05T19:26:54.539" v="19" actId="14826"/>
        <pc:sldMkLst>
          <pc:docMk/>
          <pc:sldMk cId="301929458" sldId="276"/>
        </pc:sldMkLst>
      </pc:sldChg>
      <pc:sldChg chg="modSp add del">
        <pc:chgData name="Mohammed kaif Momin" userId="586203413f72994a" providerId="LiveId" clId="{9BEF392A-CFDA-4C60-A969-0C4B270D66BE}" dt="2025-09-05T19:25:17.946" v="9" actId="2890"/>
        <pc:sldMkLst>
          <pc:docMk/>
          <pc:sldMk cId="3330604654" sldId="276"/>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265F282-CAD8-40CD-8C99-39A462E4F227}" type="datetimeFigureOut">
              <a:rPr lang="en-US" smtClean="0"/>
              <a:t>9/9/2025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8FA5AE-F675-4C00-AD60-8F191AFD1E62}" type="slidenum">
              <a:rPr lang="en-US" smtClean="0"/>
              <a:t>‹#›</a:t>
            </a:fld>
            <a:endParaRPr lang="en-US"/>
          </a:p>
        </p:txBody>
      </p:sp>
    </p:spTree>
    <p:extLst>
      <p:ext uri="{BB962C8B-B14F-4D97-AF65-F5344CB8AC3E}">
        <p14:creationId xmlns:p14="http://schemas.microsoft.com/office/powerpoint/2010/main" val="3978312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338FA5AE-F675-4C00-AD60-8F191AFD1E62}" type="slidenum">
              <a:rPr lang="en-US" smtClean="0"/>
              <a:t>2</a:t>
            </a:fld>
            <a:endParaRPr lang="en-US"/>
          </a:p>
        </p:txBody>
      </p:sp>
    </p:spTree>
    <p:extLst>
      <p:ext uri="{BB962C8B-B14F-4D97-AF65-F5344CB8AC3E}">
        <p14:creationId xmlns:p14="http://schemas.microsoft.com/office/powerpoint/2010/main" val="18058032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909239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397182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cxnSp>
        <p:nvCxnSpPr>
          <p:cNvPr id="9" name="Straight Connector 8"/>
          <p:cNvCxnSpPr/>
          <p:nvPr/>
        </p:nvCxnSpPr>
        <p:spPr>
          <a:xfrm>
            <a:off x="1207659"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69279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80"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7"/>
            <a:ext cx="4937760" cy="402335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292150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5"/>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68971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4859078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5BCAD085-E8A6-8845-BD4E-CB4CCA059FC4}" type="datetimeFigureOut">
              <a:rPr lang="en-US" smtClean="0"/>
              <a:t>9/9/2025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91197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8"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613650" y="731520"/>
            <a:ext cx="6679191"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65513" y="6459787"/>
            <a:ext cx="2618511" cy="365125"/>
          </a:xfrm>
        </p:spPr>
        <p:txBody>
          <a:bodyPr/>
          <a:lstStyle>
            <a:lvl1pPr algn="l">
              <a:defRPr/>
            </a:lvl1pPr>
          </a:lstStyle>
          <a:p>
            <a:fld id="{5BCAD085-E8A6-8845-BD4E-CB4CCA059FC4}" type="datetimeFigureOut">
              <a:rPr lang="en-US" smtClean="0"/>
              <a:t>9/9/2025</a:t>
            </a:fld>
            <a:endParaRPr lang="en-US"/>
          </a:p>
        </p:txBody>
      </p:sp>
      <p:sp>
        <p:nvSpPr>
          <p:cNvPr id="6" name="Footer Placeholder 5"/>
          <p:cNvSpPr>
            <a:spLocks noGrp="1"/>
          </p:cNvSpPr>
          <p:nvPr>
            <p:ph type="ftr" sz="quarter" idx="11"/>
          </p:nvPr>
        </p:nvSpPr>
        <p:spPr>
          <a:xfrm>
            <a:off x="4800600" y="6459787"/>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152670738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1"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7"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9360" cy="822960"/>
          </a:xfrm>
        </p:spPr>
        <p:txBody>
          <a:bodyPr tIns="0" bIns="0" anchor="b">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7"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097279" y="5907024"/>
            <a:ext cx="10119360"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79841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4080229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7"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7"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1" y="414780"/>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414779"/>
            <a:ext cx="7734300" cy="5757420"/>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796219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1"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 y="6334316"/>
            <a:ext cx="12192001" cy="6599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5"/>
            <a:ext cx="10058400" cy="145075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1097279" y="1845734"/>
            <a:ext cx="10058401" cy="4023360"/>
          </a:xfrm>
          <a:prstGeom prst="rect">
            <a:avLst/>
          </a:prstGeom>
        </p:spPr>
        <p:txBody>
          <a:bodyPr vert="horz" lIns="0" tIns="45720" rIns="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97282" y="6459787"/>
            <a:ext cx="2472271" cy="365125"/>
          </a:xfrm>
          <a:prstGeom prst="rect">
            <a:avLst/>
          </a:prstGeom>
        </p:spPr>
        <p:txBody>
          <a:bodyPr vert="horz" lIns="91440" tIns="45720" rIns="91440" bIns="45720" rtlCol="0" anchor="ctr"/>
          <a:lstStyle>
            <a:lvl1pPr algn="l">
              <a:defRPr sz="900">
                <a:solidFill>
                  <a:srgbClr val="FFFFFF"/>
                </a:solidFill>
              </a:defRPr>
            </a:lvl1pPr>
          </a:lstStyle>
          <a:p>
            <a:fld id="{5BCAD085-E8A6-8845-BD4E-CB4CCA059FC4}" type="datetimeFigureOut">
              <a:rPr lang="en-US" smtClean="0"/>
              <a:t>9/9/2025</a:t>
            </a:fld>
            <a:endParaRPr lang="en-US"/>
          </a:p>
        </p:txBody>
      </p:sp>
      <p:sp>
        <p:nvSpPr>
          <p:cNvPr id="5" name="Footer Placeholder 4"/>
          <p:cNvSpPr>
            <a:spLocks noGrp="1"/>
          </p:cNvSpPr>
          <p:nvPr>
            <p:ph type="ftr" sz="quarter" idx="3"/>
          </p:nvPr>
        </p:nvSpPr>
        <p:spPr>
          <a:xfrm>
            <a:off x="3686186" y="6459787"/>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60" y="6459787"/>
            <a:ext cx="1312025" cy="365125"/>
          </a:xfrm>
          <a:prstGeom prst="rect">
            <a:avLst/>
          </a:prstGeom>
        </p:spPr>
        <p:txBody>
          <a:bodyPr vert="horz" lIns="91440" tIns="45720" rIns="91440" bIns="45720" rtlCol="0" anchor="ctr"/>
          <a:lstStyle>
            <a:lvl1pPr algn="r">
              <a:defRPr sz="1050">
                <a:solidFill>
                  <a:srgbClr val="FFFFFF"/>
                </a:solidFill>
              </a:defRPr>
            </a:lvl1pPr>
          </a:lstStyle>
          <a:p>
            <a:fld id="{C1FF6DA9-008F-8B48-92A6-B652298478BF}"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24478229"/>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1484672"/>
            <a:ext cx="7772400" cy="1622323"/>
          </a:xfrm>
        </p:spPr>
        <p:txBody>
          <a:bodyPr>
            <a:noAutofit/>
          </a:bodyPr>
          <a:lstStyle/>
          <a:p>
            <a:r>
              <a:rPr lang="en-US" sz="7200" b="1" dirty="0"/>
              <a:t>CANCER DATA ANALYSIS</a:t>
            </a:r>
            <a:endParaRPr sz="7200" b="1" dirty="0"/>
          </a:p>
        </p:txBody>
      </p:sp>
      <p:sp>
        <p:nvSpPr>
          <p:cNvPr id="3" name="Subtitle 2"/>
          <p:cNvSpPr>
            <a:spLocks noGrp="1"/>
          </p:cNvSpPr>
          <p:nvPr>
            <p:ph type="subTitle" idx="1"/>
          </p:nvPr>
        </p:nvSpPr>
        <p:spPr>
          <a:xfrm>
            <a:off x="2349038" y="4414683"/>
            <a:ext cx="7543800" cy="1258530"/>
          </a:xfrm>
        </p:spPr>
        <p:txBody>
          <a:bodyPr>
            <a:normAutofit/>
          </a:bodyPr>
          <a:lstStyle/>
          <a:p>
            <a:r>
              <a:rPr dirty="0"/>
              <a:t>Exploratory Summary Presentation</a:t>
            </a:r>
            <a:endParaRPr lang="en-US" dirty="0"/>
          </a:p>
          <a:p>
            <a:r>
              <a:rPr lang="en-US" dirty="0"/>
              <a:t>                                                   BY : kaif </a:t>
            </a:r>
            <a:r>
              <a:rPr lang="en-US" dirty="0" err="1"/>
              <a:t>momin</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Dataset Overview</a:t>
            </a:r>
          </a:p>
        </p:txBody>
      </p:sp>
      <p:sp>
        <p:nvSpPr>
          <p:cNvPr id="3" name="Content Placeholder 2"/>
          <p:cNvSpPr>
            <a:spLocks noGrp="1"/>
          </p:cNvSpPr>
          <p:nvPr>
            <p:ph idx="1"/>
          </p:nvPr>
        </p:nvSpPr>
        <p:spPr/>
        <p:txBody>
          <a:bodyPr/>
          <a:lstStyle/>
          <a:p>
            <a:r>
              <a:rPr dirty="0"/>
              <a:t>Key details about th</a:t>
            </a:r>
            <a:r>
              <a:rPr lang="en-US" dirty="0"/>
              <a:t>is</a:t>
            </a:r>
            <a:r>
              <a:rPr dirty="0"/>
              <a:t> dataset:</a:t>
            </a:r>
          </a:p>
          <a:p>
            <a:pPr lvl="1"/>
            <a:r>
              <a:rPr dirty="0"/>
              <a:t>3,000 patients with 25 features</a:t>
            </a:r>
          </a:p>
          <a:p>
            <a:pPr lvl="1"/>
            <a:r>
              <a:rPr lang="en-US" dirty="0"/>
              <a:t>14 Categorical Columns</a:t>
            </a:r>
          </a:p>
          <a:p>
            <a:pPr lvl="1"/>
            <a:r>
              <a:rPr lang="en-US" dirty="0"/>
              <a:t>6 Numerical Columns</a:t>
            </a:r>
          </a:p>
          <a:p>
            <a:pPr lvl="1"/>
            <a:r>
              <a:rPr lang="en-US" dirty="0"/>
              <a:t>3 Date &amp; Time Columns</a:t>
            </a:r>
          </a:p>
          <a:p>
            <a:pPr lvl="1"/>
            <a:r>
              <a:rPr lang="en-US" dirty="0"/>
              <a:t>1 Geographical columns</a:t>
            </a:r>
          </a:p>
          <a:p>
            <a:pPr lvl="1"/>
            <a:endParaRPr lang="en-US" dirty="0"/>
          </a:p>
          <a:p>
            <a:pPr lvl="1"/>
            <a:endParaRPr lang="en-US" dirty="0"/>
          </a:p>
          <a:p>
            <a:pPr lvl="1"/>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b="1" dirty="0"/>
              <a:t>Objectives</a:t>
            </a:r>
            <a:r>
              <a:rPr lang="en-US" b="1" dirty="0"/>
              <a:t> of Analysis</a:t>
            </a:r>
            <a:endParaRPr b="1" dirty="0"/>
          </a:p>
        </p:txBody>
      </p:sp>
      <p:sp>
        <p:nvSpPr>
          <p:cNvPr id="3" name="Content Placeholder 2"/>
          <p:cNvSpPr>
            <a:spLocks noGrp="1"/>
          </p:cNvSpPr>
          <p:nvPr>
            <p:ph idx="1"/>
          </p:nvPr>
        </p:nvSpPr>
        <p:spPr/>
        <p:txBody>
          <a:bodyPr/>
          <a:lstStyle/>
          <a:p>
            <a:r>
              <a:rPr dirty="0"/>
              <a:t>The main objectives of this analysis are:</a:t>
            </a:r>
          </a:p>
          <a:p>
            <a:r>
              <a:rPr dirty="0"/>
              <a:t>1. To explore the demographic, regional, and clinical distribution of cancer patients.</a:t>
            </a:r>
          </a:p>
          <a:p>
            <a:r>
              <a:rPr dirty="0"/>
              <a:t>2. To identify treatment patterns across cancer types and stages.</a:t>
            </a:r>
          </a:p>
          <a:p>
            <a:r>
              <a:rPr dirty="0"/>
              <a:t>3. To analyze the relationship between lifestyle factors and survival.</a:t>
            </a:r>
          </a:p>
          <a:p>
            <a:r>
              <a:rPr dirty="0"/>
              <a:t>4. To perform multivariate analysis combining demographic, clinical, and treatment data.</a:t>
            </a:r>
          </a:p>
          <a:p>
            <a:r>
              <a:rPr dirty="0"/>
              <a:t>5. To derive actionable insights for improving cancer treatment strategies.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60134-5516-CF96-FE01-CCBE4A8D4324}"/>
              </a:ext>
            </a:extLst>
          </p:cNvPr>
          <p:cNvSpPr>
            <a:spLocks noGrp="1"/>
          </p:cNvSpPr>
          <p:nvPr>
            <p:ph type="title"/>
          </p:nvPr>
        </p:nvSpPr>
        <p:spPr/>
        <p:txBody>
          <a:bodyPr/>
          <a:lstStyle/>
          <a:p>
            <a:r>
              <a:rPr lang="en-US" b="1" dirty="0"/>
              <a:t>Treatment types differ by cancer stage and patient gender.</a:t>
            </a:r>
            <a:endParaRPr lang="en-US" dirty="0"/>
          </a:p>
        </p:txBody>
      </p:sp>
      <p:sp>
        <p:nvSpPr>
          <p:cNvPr id="4" name="Content Placeholder 3">
            <a:extLst>
              <a:ext uri="{FF2B5EF4-FFF2-40B4-BE49-F238E27FC236}">
                <a16:creationId xmlns:a16="http://schemas.microsoft.com/office/drawing/2014/main" id="{2E6243EB-355D-8265-501B-D39347CC6D48}"/>
              </a:ext>
            </a:extLst>
          </p:cNvPr>
          <p:cNvSpPr>
            <a:spLocks noGrp="1"/>
          </p:cNvSpPr>
          <p:nvPr>
            <p:ph sz="half" idx="2"/>
          </p:nvPr>
        </p:nvSpPr>
        <p:spPr>
          <a:xfrm>
            <a:off x="6217921" y="1737363"/>
            <a:ext cx="4676222" cy="2608496"/>
          </a:xfrm>
        </p:spPr>
        <p:txBody>
          <a:bodyPr>
            <a:normAutofit lnSpcReduction="10000"/>
          </a:bodyPr>
          <a:lstStyle/>
          <a:p>
            <a:pPr marL="0" indent="0">
              <a:lnSpc>
                <a:spcPct val="100000"/>
              </a:lnSpc>
              <a:spcBef>
                <a:spcPts val="0"/>
              </a:spcBef>
              <a:spcAft>
                <a:spcPts val="0"/>
              </a:spcAft>
              <a:buNone/>
            </a:pPr>
            <a:r>
              <a:rPr lang="en-US" b="1" dirty="0"/>
              <a:t>There are 5 types of Treatment Type</a:t>
            </a:r>
            <a:r>
              <a:rPr lang="en-US" dirty="0"/>
              <a:t>:</a:t>
            </a:r>
          </a:p>
          <a:p>
            <a:pPr>
              <a:lnSpc>
                <a:spcPct val="100000"/>
              </a:lnSpc>
              <a:spcBef>
                <a:spcPts val="0"/>
              </a:spcBef>
              <a:spcAft>
                <a:spcPts val="0"/>
              </a:spcAft>
              <a:buFont typeface="Arial" panose="020B0604020202020204" pitchFamily="34" charset="0"/>
              <a:buChar char="•"/>
            </a:pPr>
            <a:r>
              <a:rPr lang="en-US" dirty="0" err="1"/>
              <a:t>Immunotheraphy</a:t>
            </a:r>
            <a:endParaRPr lang="en-US" dirty="0"/>
          </a:p>
          <a:p>
            <a:pPr>
              <a:lnSpc>
                <a:spcPct val="100000"/>
              </a:lnSpc>
              <a:spcBef>
                <a:spcPts val="0"/>
              </a:spcBef>
              <a:spcAft>
                <a:spcPts val="0"/>
              </a:spcAft>
              <a:buFont typeface="Arial" panose="020B0604020202020204" pitchFamily="34" charset="0"/>
              <a:buChar char="•"/>
            </a:pPr>
            <a:r>
              <a:rPr lang="en-US" dirty="0" err="1"/>
              <a:t>Chemotheraphy</a:t>
            </a:r>
            <a:endParaRPr lang="en-US" dirty="0"/>
          </a:p>
          <a:p>
            <a:pPr>
              <a:lnSpc>
                <a:spcPct val="100000"/>
              </a:lnSpc>
              <a:spcBef>
                <a:spcPts val="0"/>
              </a:spcBef>
              <a:spcAft>
                <a:spcPts val="0"/>
              </a:spcAft>
              <a:buFont typeface="Arial" panose="020B0604020202020204" pitchFamily="34" charset="0"/>
              <a:buChar char="•"/>
            </a:pPr>
            <a:r>
              <a:rPr lang="en-US" dirty="0"/>
              <a:t>Hormone </a:t>
            </a:r>
            <a:r>
              <a:rPr lang="en-US" dirty="0" err="1"/>
              <a:t>Theraphy</a:t>
            </a:r>
            <a:endParaRPr lang="en-US" dirty="0"/>
          </a:p>
          <a:p>
            <a:pPr>
              <a:lnSpc>
                <a:spcPct val="100000"/>
              </a:lnSpc>
              <a:spcBef>
                <a:spcPts val="0"/>
              </a:spcBef>
              <a:spcAft>
                <a:spcPts val="0"/>
              </a:spcAft>
              <a:buFont typeface="Arial" panose="020B0604020202020204" pitchFamily="34" charset="0"/>
              <a:buChar char="•"/>
            </a:pPr>
            <a:r>
              <a:rPr lang="en-US" dirty="0"/>
              <a:t>Radiation</a:t>
            </a:r>
          </a:p>
          <a:p>
            <a:pPr>
              <a:lnSpc>
                <a:spcPct val="100000"/>
              </a:lnSpc>
              <a:spcBef>
                <a:spcPts val="0"/>
              </a:spcBef>
              <a:spcAft>
                <a:spcPts val="0"/>
              </a:spcAft>
              <a:buFont typeface="Arial" panose="020B0604020202020204" pitchFamily="34" charset="0"/>
              <a:buChar char="•"/>
            </a:pPr>
            <a:r>
              <a:rPr lang="en-US" dirty="0"/>
              <a:t>Surgery</a:t>
            </a:r>
          </a:p>
          <a:p>
            <a:pPr marL="0" indent="0">
              <a:buNone/>
            </a:pPr>
            <a:r>
              <a:rPr lang="en-US" b="1" dirty="0"/>
              <a:t>Four types of cancer stage;</a:t>
            </a:r>
          </a:p>
          <a:p>
            <a:pPr marL="0" indent="0">
              <a:buNone/>
            </a:pPr>
            <a:r>
              <a:rPr lang="en-US" dirty="0" err="1"/>
              <a:t>StageI,StageII,StageIII,StageIV</a:t>
            </a:r>
            <a:r>
              <a:rPr lang="en-US" dirty="0"/>
              <a:t>.</a:t>
            </a:r>
          </a:p>
          <a:p>
            <a:endParaRPr lang="en-US" dirty="0"/>
          </a:p>
          <a:p>
            <a:endParaRPr lang="en-US" dirty="0"/>
          </a:p>
          <a:p>
            <a:endParaRPr lang="en-US" dirty="0"/>
          </a:p>
          <a:p>
            <a:endParaRPr lang="en-US" dirty="0"/>
          </a:p>
        </p:txBody>
      </p:sp>
      <p:pic>
        <p:nvPicPr>
          <p:cNvPr id="5" name="Content Placeholder 5">
            <a:extLst>
              <a:ext uri="{FF2B5EF4-FFF2-40B4-BE49-F238E27FC236}">
                <a16:creationId xmlns:a16="http://schemas.microsoft.com/office/drawing/2014/main" id="{64D2816E-8BB7-FE0C-FD85-0637E92F9BAD}"/>
              </a:ext>
            </a:extLst>
          </p:cNvPr>
          <p:cNvPicPr>
            <a:picLocks noGrp="1" noChangeAspect="1"/>
          </p:cNvPicPr>
          <p:nvPr>
            <p:ph sz="half" idx="1"/>
          </p:nvPr>
        </p:nvPicPr>
        <p:blipFill>
          <a:blip r:embed="rId2"/>
          <a:stretch>
            <a:fillRect/>
          </a:stretch>
        </p:blipFill>
        <p:spPr>
          <a:xfrm>
            <a:off x="243840" y="1951764"/>
            <a:ext cx="5791835" cy="3737836"/>
          </a:xfrm>
          <a:prstGeom prst="rect">
            <a:avLst/>
          </a:prstGeom>
        </p:spPr>
      </p:pic>
      <p:graphicFrame>
        <p:nvGraphicFramePr>
          <p:cNvPr id="8" name="Table 7">
            <a:extLst>
              <a:ext uri="{FF2B5EF4-FFF2-40B4-BE49-F238E27FC236}">
                <a16:creationId xmlns:a16="http://schemas.microsoft.com/office/drawing/2014/main" id="{12A5CE3D-25CF-1463-DD52-D456CC699FCB}"/>
              </a:ext>
            </a:extLst>
          </p:cNvPr>
          <p:cNvGraphicFramePr>
            <a:graphicFrameLocks noGrp="1"/>
          </p:cNvGraphicFramePr>
          <p:nvPr>
            <p:extLst>
              <p:ext uri="{D42A27DB-BD31-4B8C-83A1-F6EECF244321}">
                <p14:modId xmlns:p14="http://schemas.microsoft.com/office/powerpoint/2010/main" val="2672110573"/>
              </p:ext>
            </p:extLst>
          </p:nvPr>
        </p:nvGraphicFramePr>
        <p:xfrm>
          <a:off x="6126480" y="4587899"/>
          <a:ext cx="5872479" cy="1570537"/>
        </p:xfrm>
        <a:graphic>
          <a:graphicData uri="http://schemas.openxmlformats.org/drawingml/2006/table">
            <a:tbl>
              <a:tblPr firstRow="1" bandRow="1">
                <a:tableStyleId>{5C22544A-7EE6-4342-B048-85BDC9FD1C3A}</a:tableStyleId>
              </a:tblPr>
              <a:tblGrid>
                <a:gridCol w="1957493">
                  <a:extLst>
                    <a:ext uri="{9D8B030D-6E8A-4147-A177-3AD203B41FA5}">
                      <a16:colId xmlns:a16="http://schemas.microsoft.com/office/drawing/2014/main" val="1150915458"/>
                    </a:ext>
                  </a:extLst>
                </a:gridCol>
                <a:gridCol w="1957493">
                  <a:extLst>
                    <a:ext uri="{9D8B030D-6E8A-4147-A177-3AD203B41FA5}">
                      <a16:colId xmlns:a16="http://schemas.microsoft.com/office/drawing/2014/main" val="347507917"/>
                    </a:ext>
                  </a:extLst>
                </a:gridCol>
                <a:gridCol w="1957493">
                  <a:extLst>
                    <a:ext uri="{9D8B030D-6E8A-4147-A177-3AD203B41FA5}">
                      <a16:colId xmlns:a16="http://schemas.microsoft.com/office/drawing/2014/main" val="2720583160"/>
                    </a:ext>
                  </a:extLst>
                </a:gridCol>
              </a:tblGrid>
              <a:tr h="662527">
                <a:tc>
                  <a:txBody>
                    <a:bodyPr/>
                    <a:lstStyle/>
                    <a:p>
                      <a:pPr algn="ctr"/>
                      <a:r>
                        <a:rPr lang="en-US" dirty="0">
                          <a:solidFill>
                            <a:schemeClr val="tx1"/>
                          </a:solidFill>
                        </a:rPr>
                        <a:t>Patients Gender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Most Common treatment type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solidFill>
                            <a:schemeClr val="tx1"/>
                          </a:solidFill>
                        </a:rPr>
                        <a:t>Most common Cancer Stage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358208099"/>
                  </a:ext>
                </a:extLst>
              </a:tr>
              <a:tr h="454005">
                <a:tc>
                  <a:txBody>
                    <a:bodyPr/>
                    <a:lstStyle/>
                    <a:p>
                      <a:pPr algn="ctr"/>
                      <a:r>
                        <a:rPr lang="en-US" dirty="0"/>
                        <a:t>Female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err="1"/>
                        <a:t>Immunotheraphy</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79910561"/>
                  </a:ext>
                </a:extLst>
              </a:tr>
              <a:tr h="454005">
                <a:tc>
                  <a:txBody>
                    <a:bodyPr/>
                    <a:lstStyle/>
                    <a:p>
                      <a:pPr algn="ctr"/>
                      <a:r>
                        <a:rPr lang="en-US" dirty="0"/>
                        <a:t>Male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Surgery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III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95083453"/>
                  </a:ext>
                </a:extLst>
              </a:tr>
            </a:tbl>
          </a:graphicData>
        </a:graphic>
      </p:graphicFrame>
    </p:spTree>
    <p:extLst>
      <p:ext uri="{BB962C8B-B14F-4D97-AF65-F5344CB8AC3E}">
        <p14:creationId xmlns:p14="http://schemas.microsoft.com/office/powerpoint/2010/main" val="3019992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87973-5D57-892C-74E6-C365C0F976B2}"/>
              </a:ext>
            </a:extLst>
          </p:cNvPr>
          <p:cNvSpPr>
            <a:spLocks noGrp="1"/>
          </p:cNvSpPr>
          <p:nvPr>
            <p:ph type="title"/>
          </p:nvPr>
        </p:nvSpPr>
        <p:spPr/>
        <p:txBody>
          <a:bodyPr/>
          <a:lstStyle/>
          <a:p>
            <a:r>
              <a:rPr lang="en-US" b="1" dirty="0"/>
              <a:t>To identify treatment patterns across cancer types and stages.</a:t>
            </a:r>
            <a:endParaRPr lang="en-US" dirty="0"/>
          </a:p>
        </p:txBody>
      </p:sp>
      <p:pic>
        <p:nvPicPr>
          <p:cNvPr id="5" name="Content Placeholder 5">
            <a:extLst>
              <a:ext uri="{FF2B5EF4-FFF2-40B4-BE49-F238E27FC236}">
                <a16:creationId xmlns:a16="http://schemas.microsoft.com/office/drawing/2014/main" id="{FB3DA29E-9456-55ED-3BBA-28B6937EFBD5}"/>
              </a:ext>
            </a:extLst>
          </p:cNvPr>
          <p:cNvPicPr>
            <a:picLocks noGrp="1" noChangeAspect="1"/>
          </p:cNvPicPr>
          <p:nvPr>
            <p:ph sz="half" idx="1"/>
          </p:nvPr>
        </p:nvPicPr>
        <p:blipFill>
          <a:blip r:embed="rId2"/>
          <a:stretch>
            <a:fillRect/>
          </a:stretch>
        </p:blipFill>
        <p:spPr>
          <a:xfrm>
            <a:off x="130304" y="1918346"/>
            <a:ext cx="5905371" cy="3659494"/>
          </a:xfrm>
          <a:prstGeom prst="rect">
            <a:avLst/>
          </a:prstGeom>
        </p:spPr>
      </p:pic>
      <p:sp>
        <p:nvSpPr>
          <p:cNvPr id="7" name="Content Placeholder 6">
            <a:extLst>
              <a:ext uri="{FF2B5EF4-FFF2-40B4-BE49-F238E27FC236}">
                <a16:creationId xmlns:a16="http://schemas.microsoft.com/office/drawing/2014/main" id="{0F399339-F068-ABD9-B42D-6BF0AEC37EE6}"/>
              </a:ext>
            </a:extLst>
          </p:cNvPr>
          <p:cNvSpPr>
            <a:spLocks noGrp="1"/>
          </p:cNvSpPr>
          <p:nvPr>
            <p:ph sz="half" idx="2"/>
          </p:nvPr>
        </p:nvSpPr>
        <p:spPr>
          <a:xfrm>
            <a:off x="6217920" y="1845737"/>
            <a:ext cx="5374640" cy="4023359"/>
          </a:xfrm>
        </p:spPr>
        <p:txBody>
          <a:bodyPr/>
          <a:lstStyle/>
          <a:p>
            <a:pPr lvl="0" eaLnBrk="0" fontAlgn="base" hangingPunct="0">
              <a:lnSpc>
                <a:spcPct val="100000"/>
              </a:lnSpc>
              <a:spcBef>
                <a:spcPct val="0"/>
              </a:spcBef>
              <a:spcAft>
                <a:spcPct val="0"/>
              </a:spcAft>
              <a:buClrTx/>
              <a:buSzTx/>
              <a:buFont typeface="Wingdings" panose="05000000000000000000" pitchFamily="2" charset="2"/>
              <a:buChar char="§"/>
            </a:pPr>
            <a:r>
              <a:rPr lang="en-US" altLang="en-US" b="1" dirty="0">
                <a:solidFill>
                  <a:schemeClr val="tx1"/>
                </a:solidFill>
                <a:latin typeface="Arial" panose="020B0604020202020204" pitchFamily="34" charset="0"/>
              </a:rPr>
              <a:t>Chemotherapy</a:t>
            </a:r>
            <a:r>
              <a:rPr lang="en-US" altLang="en-US" dirty="0">
                <a:solidFill>
                  <a:schemeClr val="tx1"/>
                </a:solidFill>
                <a:latin typeface="Arial" panose="020B0604020202020204" pitchFamily="34" charset="0"/>
              </a:rPr>
              <a:t> : Strongest in </a:t>
            </a:r>
            <a:r>
              <a:rPr lang="en-US" altLang="en-US" b="1" dirty="0">
                <a:solidFill>
                  <a:schemeClr val="tx1"/>
                </a:solidFill>
                <a:latin typeface="Arial" panose="020B0604020202020204" pitchFamily="34" charset="0"/>
              </a:rPr>
              <a:t>Skin-IV (38)</a:t>
            </a:r>
            <a:r>
              <a:rPr lang="en-US" altLang="en-US" dirty="0">
                <a:solidFill>
                  <a:schemeClr val="tx1"/>
                </a:solidFill>
                <a:latin typeface="Arial" panose="020B0604020202020204" pitchFamily="34" charset="0"/>
              </a:rPr>
              <a:t>, weakest in </a:t>
            </a:r>
            <a:r>
              <a:rPr lang="en-US" altLang="en-US" b="1" dirty="0">
                <a:solidFill>
                  <a:schemeClr val="tx1"/>
                </a:solidFill>
                <a:latin typeface="Arial" panose="020B0604020202020204" pitchFamily="34" charset="0"/>
              </a:rPr>
              <a:t>Prostate-II (16)</a:t>
            </a:r>
            <a:r>
              <a:rPr lang="en-US" altLang="en-US" dirty="0">
                <a:solidFill>
                  <a:schemeClr val="tx1"/>
                </a:solidFill>
                <a:latin typeface="Arial" panose="020B0604020202020204" pitchFamily="34" charset="0"/>
              </a:rPr>
              <a:t>.</a:t>
            </a:r>
          </a:p>
          <a:p>
            <a:pPr lvl="0" eaLnBrk="0" fontAlgn="base" hangingPunct="0">
              <a:lnSpc>
                <a:spcPct val="100000"/>
              </a:lnSpc>
              <a:spcBef>
                <a:spcPct val="0"/>
              </a:spcBef>
              <a:spcAft>
                <a:spcPct val="0"/>
              </a:spcAft>
              <a:buClrTx/>
              <a:buSzTx/>
              <a:buFont typeface="Wingdings" panose="05000000000000000000" pitchFamily="2" charset="2"/>
              <a:buChar char="§"/>
            </a:pPr>
            <a:r>
              <a:rPr lang="en-US" altLang="en-US" b="1" dirty="0">
                <a:solidFill>
                  <a:schemeClr val="tx1"/>
                </a:solidFill>
                <a:latin typeface="Arial" panose="020B0604020202020204" pitchFamily="34" charset="0"/>
              </a:rPr>
              <a:t>Hormone Therapy</a:t>
            </a:r>
            <a:r>
              <a:rPr lang="en-US" altLang="en-US" dirty="0">
                <a:solidFill>
                  <a:schemeClr val="tx1"/>
                </a:solidFill>
                <a:latin typeface="Arial" panose="020B0604020202020204" pitchFamily="34" charset="0"/>
              </a:rPr>
              <a:t> : Strongest in </a:t>
            </a:r>
            <a:r>
              <a:rPr lang="en-US" altLang="en-US" b="1" dirty="0">
                <a:solidFill>
                  <a:schemeClr val="tx1"/>
                </a:solidFill>
                <a:latin typeface="Arial" panose="020B0604020202020204" pitchFamily="34" charset="0"/>
              </a:rPr>
              <a:t>Skin-II (30)</a:t>
            </a:r>
            <a:r>
              <a:rPr lang="en-US" altLang="en-US" dirty="0">
                <a:solidFill>
                  <a:schemeClr val="tx1"/>
                </a:solidFill>
                <a:latin typeface="Arial" panose="020B0604020202020204" pitchFamily="34" charset="0"/>
              </a:rPr>
              <a:t>, weakest in </a:t>
            </a:r>
            <a:r>
              <a:rPr lang="en-US" altLang="en-US" b="1" dirty="0">
                <a:solidFill>
                  <a:schemeClr val="tx1"/>
                </a:solidFill>
                <a:latin typeface="Arial" panose="020B0604020202020204" pitchFamily="34" charset="0"/>
              </a:rPr>
              <a:t>Colon-IV (18)</a:t>
            </a:r>
            <a:r>
              <a:rPr lang="en-US" altLang="en-US" dirty="0">
                <a:solidFill>
                  <a:schemeClr val="tx1"/>
                </a:solidFill>
                <a:latin typeface="Arial" panose="020B0604020202020204" pitchFamily="34" charset="0"/>
              </a:rPr>
              <a:t>.</a:t>
            </a:r>
          </a:p>
          <a:p>
            <a:pPr lvl="0" eaLnBrk="0" fontAlgn="base" hangingPunct="0">
              <a:lnSpc>
                <a:spcPct val="100000"/>
              </a:lnSpc>
              <a:spcBef>
                <a:spcPct val="0"/>
              </a:spcBef>
              <a:spcAft>
                <a:spcPct val="0"/>
              </a:spcAft>
              <a:buClrTx/>
              <a:buSzTx/>
              <a:buFont typeface="Wingdings" panose="05000000000000000000" pitchFamily="2" charset="2"/>
              <a:buChar char="§"/>
            </a:pPr>
            <a:r>
              <a:rPr lang="en-US" altLang="en-US" b="1" dirty="0">
                <a:solidFill>
                  <a:schemeClr val="tx1"/>
                </a:solidFill>
                <a:latin typeface="Arial" panose="020B0604020202020204" pitchFamily="34" charset="0"/>
              </a:rPr>
              <a:t>Immunotherapy</a:t>
            </a:r>
            <a:r>
              <a:rPr lang="en-US" altLang="en-US" dirty="0">
                <a:solidFill>
                  <a:schemeClr val="tx1"/>
                </a:solidFill>
                <a:latin typeface="Arial" panose="020B0604020202020204" pitchFamily="34" charset="0"/>
              </a:rPr>
              <a:t> : Strongest in </a:t>
            </a:r>
            <a:r>
              <a:rPr lang="en-US" altLang="en-US" b="1" dirty="0">
                <a:solidFill>
                  <a:schemeClr val="tx1"/>
                </a:solidFill>
                <a:latin typeface="Arial" panose="020B0604020202020204" pitchFamily="34" charset="0"/>
              </a:rPr>
              <a:t>Lung-III (39)</a:t>
            </a:r>
            <a:r>
              <a:rPr lang="en-US" altLang="en-US" dirty="0">
                <a:solidFill>
                  <a:schemeClr val="tx1"/>
                </a:solidFill>
                <a:latin typeface="Arial" panose="020B0604020202020204" pitchFamily="34" charset="0"/>
              </a:rPr>
              <a:t>, weakest in </a:t>
            </a:r>
            <a:r>
              <a:rPr lang="en-US" altLang="en-US" b="1" dirty="0">
                <a:solidFill>
                  <a:schemeClr val="tx1"/>
                </a:solidFill>
                <a:latin typeface="Arial" panose="020B0604020202020204" pitchFamily="34" charset="0"/>
              </a:rPr>
              <a:t>Skin-II (16)</a:t>
            </a:r>
            <a:r>
              <a:rPr lang="en-US" altLang="en-US" dirty="0">
                <a:solidFill>
                  <a:schemeClr val="tx1"/>
                </a:solidFill>
                <a:latin typeface="Arial" panose="020B0604020202020204" pitchFamily="34" charset="0"/>
              </a:rPr>
              <a:t>.</a:t>
            </a:r>
          </a:p>
          <a:p>
            <a:pPr lvl="0" eaLnBrk="0" fontAlgn="base" hangingPunct="0">
              <a:lnSpc>
                <a:spcPct val="100000"/>
              </a:lnSpc>
              <a:spcBef>
                <a:spcPct val="0"/>
              </a:spcBef>
              <a:spcAft>
                <a:spcPct val="0"/>
              </a:spcAft>
              <a:buClrTx/>
              <a:buSzTx/>
              <a:buFont typeface="Wingdings" panose="05000000000000000000" pitchFamily="2" charset="2"/>
              <a:buChar char="§"/>
            </a:pPr>
            <a:r>
              <a:rPr lang="en-US" altLang="en-US" b="1" dirty="0">
                <a:solidFill>
                  <a:schemeClr val="tx1"/>
                </a:solidFill>
                <a:latin typeface="Arial" panose="020B0604020202020204" pitchFamily="34" charset="0"/>
              </a:rPr>
              <a:t>Radiation</a:t>
            </a:r>
            <a:r>
              <a:rPr lang="en-US" altLang="en-US" dirty="0">
                <a:solidFill>
                  <a:schemeClr val="tx1"/>
                </a:solidFill>
                <a:latin typeface="Arial" panose="020B0604020202020204" pitchFamily="34" charset="0"/>
              </a:rPr>
              <a:t> : Strongest in </a:t>
            </a:r>
            <a:r>
              <a:rPr lang="en-US" altLang="en-US" b="1" dirty="0">
                <a:solidFill>
                  <a:schemeClr val="tx1"/>
                </a:solidFill>
                <a:latin typeface="Arial" panose="020B0604020202020204" pitchFamily="34" charset="0"/>
              </a:rPr>
              <a:t>Prostate-IV (34)</a:t>
            </a:r>
            <a:r>
              <a:rPr lang="en-US" altLang="en-US" dirty="0">
                <a:solidFill>
                  <a:schemeClr val="tx1"/>
                </a:solidFill>
                <a:latin typeface="Arial" panose="020B0604020202020204" pitchFamily="34" charset="0"/>
              </a:rPr>
              <a:t>, weakest in </a:t>
            </a:r>
            <a:r>
              <a:rPr lang="en-US" altLang="en-US" b="1" dirty="0">
                <a:solidFill>
                  <a:schemeClr val="tx1"/>
                </a:solidFill>
                <a:latin typeface="Arial" panose="020B0604020202020204" pitchFamily="34" charset="0"/>
              </a:rPr>
              <a:t>Skin-IV (16)</a:t>
            </a:r>
            <a:r>
              <a:rPr lang="en-US" altLang="en-US" dirty="0">
                <a:solidFill>
                  <a:schemeClr val="tx1"/>
                </a:solidFill>
                <a:latin typeface="Arial" panose="020B0604020202020204" pitchFamily="34" charset="0"/>
              </a:rPr>
              <a:t>.</a:t>
            </a:r>
          </a:p>
          <a:p>
            <a:pPr lvl="0" eaLnBrk="0" fontAlgn="base" hangingPunct="0">
              <a:lnSpc>
                <a:spcPct val="100000"/>
              </a:lnSpc>
              <a:spcBef>
                <a:spcPct val="0"/>
              </a:spcBef>
              <a:spcAft>
                <a:spcPct val="0"/>
              </a:spcAft>
              <a:buClrTx/>
              <a:buSzTx/>
              <a:buFont typeface="Wingdings" panose="05000000000000000000" pitchFamily="2" charset="2"/>
              <a:buChar char="§"/>
            </a:pPr>
            <a:r>
              <a:rPr lang="en-US" altLang="en-US" b="1" dirty="0">
                <a:solidFill>
                  <a:schemeClr val="tx1"/>
                </a:solidFill>
                <a:latin typeface="Arial" panose="020B0604020202020204" pitchFamily="34" charset="0"/>
              </a:rPr>
              <a:t>Surgery</a:t>
            </a:r>
            <a:r>
              <a:rPr lang="en-US" altLang="en-US" dirty="0">
                <a:solidFill>
                  <a:schemeClr val="tx1"/>
                </a:solidFill>
                <a:latin typeface="Arial" panose="020B0604020202020204" pitchFamily="34" charset="0"/>
              </a:rPr>
              <a:t> : Strongest in </a:t>
            </a:r>
            <a:r>
              <a:rPr lang="en-US" altLang="en-US" b="1" dirty="0">
                <a:solidFill>
                  <a:schemeClr val="tx1"/>
                </a:solidFill>
                <a:latin typeface="Arial" panose="020B0604020202020204" pitchFamily="34" charset="0"/>
              </a:rPr>
              <a:t>Breast-III (38)</a:t>
            </a:r>
            <a:r>
              <a:rPr lang="en-US" altLang="en-US" dirty="0">
                <a:solidFill>
                  <a:schemeClr val="tx1"/>
                </a:solidFill>
                <a:latin typeface="Arial" panose="020B0604020202020204" pitchFamily="34" charset="0"/>
              </a:rPr>
              <a:t>, weakest in </a:t>
            </a:r>
            <a:r>
              <a:rPr lang="en-US" altLang="en-US" b="1" dirty="0">
                <a:solidFill>
                  <a:schemeClr val="tx1"/>
                </a:solidFill>
                <a:latin typeface="Arial" panose="020B0604020202020204" pitchFamily="34" charset="0"/>
              </a:rPr>
              <a:t>Skin-II (15)</a:t>
            </a:r>
            <a:r>
              <a:rPr lang="en-US" altLang="en-US" dirty="0">
                <a:solidFill>
                  <a:schemeClr val="tx1"/>
                </a:solidFill>
                <a:latin typeface="Arial" panose="020B0604020202020204" pitchFamily="34" charset="0"/>
              </a:rPr>
              <a:t>.</a:t>
            </a:r>
          </a:p>
          <a:p>
            <a:endParaRPr lang="en-US" dirty="0"/>
          </a:p>
        </p:txBody>
      </p:sp>
    </p:spTree>
    <p:extLst>
      <p:ext uri="{BB962C8B-B14F-4D97-AF65-F5344CB8AC3E}">
        <p14:creationId xmlns:p14="http://schemas.microsoft.com/office/powerpoint/2010/main" val="41028990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BE662-57E1-27AB-5DF6-B46039032A19}"/>
              </a:ext>
            </a:extLst>
          </p:cNvPr>
          <p:cNvSpPr>
            <a:spLocks noGrp="1"/>
          </p:cNvSpPr>
          <p:nvPr>
            <p:ph type="title"/>
          </p:nvPr>
        </p:nvSpPr>
        <p:spPr/>
        <p:txBody>
          <a:bodyPr/>
          <a:lstStyle/>
          <a:p>
            <a:r>
              <a:rPr lang="en-US" b="1" dirty="0"/>
              <a:t>Income level, region, and cancer stage show variation.</a:t>
            </a:r>
            <a:endParaRPr lang="en-US" dirty="0"/>
          </a:p>
        </p:txBody>
      </p:sp>
      <p:sp>
        <p:nvSpPr>
          <p:cNvPr id="4" name="Content Placeholder 3">
            <a:extLst>
              <a:ext uri="{FF2B5EF4-FFF2-40B4-BE49-F238E27FC236}">
                <a16:creationId xmlns:a16="http://schemas.microsoft.com/office/drawing/2014/main" id="{B89A4899-B9E9-EB85-AE0A-40687C9B4F0B}"/>
              </a:ext>
            </a:extLst>
          </p:cNvPr>
          <p:cNvSpPr>
            <a:spLocks noGrp="1"/>
          </p:cNvSpPr>
          <p:nvPr>
            <p:ph sz="half" idx="2"/>
          </p:nvPr>
        </p:nvSpPr>
        <p:spPr>
          <a:xfrm>
            <a:off x="6156327" y="1986117"/>
            <a:ext cx="5771513" cy="3896524"/>
          </a:xfrm>
        </p:spPr>
        <p:txBody>
          <a:bodyPr>
            <a:normAutofit/>
          </a:bodyPr>
          <a:lstStyle/>
          <a:p>
            <a:pPr lvl="0" eaLnBrk="0" fontAlgn="base" hangingPunct="0">
              <a:lnSpc>
                <a:spcPct val="100000"/>
              </a:lnSpc>
              <a:spcBef>
                <a:spcPct val="0"/>
              </a:spcBef>
              <a:spcAft>
                <a:spcPct val="0"/>
              </a:spcAft>
              <a:buClrTx/>
              <a:buSzTx/>
              <a:buFont typeface="Wingdings" panose="05000000000000000000" pitchFamily="2" charset="2"/>
              <a:buChar char="§"/>
            </a:pPr>
            <a:r>
              <a:rPr lang="en-US" altLang="en-US" sz="1800" b="1" dirty="0">
                <a:solidFill>
                  <a:schemeClr val="tx1"/>
                </a:solidFill>
                <a:latin typeface="Arial" panose="020B0604020202020204" pitchFamily="34" charset="0"/>
              </a:rPr>
              <a:t>Stage I</a:t>
            </a:r>
            <a:r>
              <a:rPr lang="en-US" altLang="en-US" sz="1800" dirty="0">
                <a:solidFill>
                  <a:schemeClr val="tx1"/>
                </a:solidFill>
                <a:latin typeface="Arial" panose="020B0604020202020204" pitchFamily="34" charset="0"/>
              </a:rPr>
              <a:t> : Highest in </a:t>
            </a:r>
            <a:r>
              <a:rPr lang="en-US" altLang="en-US" sz="1800" b="1" dirty="0">
                <a:solidFill>
                  <a:schemeClr val="tx1"/>
                </a:solidFill>
                <a:latin typeface="Arial" panose="020B0604020202020204" pitchFamily="34" charset="0"/>
              </a:rPr>
              <a:t>Medium-Sjælland (63)</a:t>
            </a:r>
            <a:r>
              <a:rPr lang="en-US" altLang="en-US" sz="1800" dirty="0">
                <a:solidFill>
                  <a:schemeClr val="tx1"/>
                </a:solidFill>
                <a:latin typeface="Arial" panose="020B0604020202020204" pitchFamily="34" charset="0"/>
              </a:rPr>
              <a:t>, lowest in </a:t>
            </a:r>
            <a:r>
              <a:rPr lang="en-US" altLang="en-US" sz="1800" b="1" dirty="0">
                <a:solidFill>
                  <a:schemeClr val="tx1"/>
                </a:solidFill>
                <a:latin typeface="Arial" panose="020B0604020202020204" pitchFamily="34" charset="0"/>
              </a:rPr>
              <a:t>Low-</a:t>
            </a:r>
            <a:r>
              <a:rPr lang="en-US" altLang="en-US" sz="1800" b="1" dirty="0" err="1">
                <a:solidFill>
                  <a:schemeClr val="tx1"/>
                </a:solidFill>
                <a:latin typeface="Arial" panose="020B0604020202020204" pitchFamily="34" charset="0"/>
              </a:rPr>
              <a:t>Syddanmark</a:t>
            </a:r>
            <a:r>
              <a:rPr lang="en-US" altLang="en-US" sz="1800" b="1" dirty="0">
                <a:solidFill>
                  <a:schemeClr val="tx1"/>
                </a:solidFill>
                <a:latin typeface="Arial" panose="020B0604020202020204" pitchFamily="34" charset="0"/>
              </a:rPr>
              <a:t> (35)</a:t>
            </a:r>
            <a:r>
              <a:rPr lang="en-US" altLang="en-US" sz="1800" dirty="0">
                <a:solidFill>
                  <a:schemeClr val="tx1"/>
                </a:solidFill>
                <a:latin typeface="Arial" panose="020B0604020202020204" pitchFamily="34" charset="0"/>
              </a:rPr>
              <a:t>.</a:t>
            </a:r>
          </a:p>
          <a:p>
            <a:pPr lvl="0" eaLnBrk="0" fontAlgn="base" hangingPunct="0">
              <a:lnSpc>
                <a:spcPct val="100000"/>
              </a:lnSpc>
              <a:spcBef>
                <a:spcPct val="0"/>
              </a:spcBef>
              <a:spcAft>
                <a:spcPct val="0"/>
              </a:spcAft>
              <a:buClrTx/>
              <a:buSzTx/>
              <a:buFont typeface="Wingdings" panose="05000000000000000000" pitchFamily="2" charset="2"/>
              <a:buChar char="§"/>
            </a:pPr>
            <a:r>
              <a:rPr lang="en-US" altLang="en-US" sz="1800" b="1" dirty="0">
                <a:solidFill>
                  <a:schemeClr val="tx1"/>
                </a:solidFill>
                <a:latin typeface="Arial" panose="020B0604020202020204" pitchFamily="34" charset="0"/>
              </a:rPr>
              <a:t>Stage II</a:t>
            </a:r>
            <a:r>
              <a:rPr lang="en-US" altLang="en-US" sz="1800" dirty="0">
                <a:solidFill>
                  <a:schemeClr val="tx1"/>
                </a:solidFill>
                <a:latin typeface="Arial" panose="020B0604020202020204" pitchFamily="34" charset="0"/>
              </a:rPr>
              <a:t> : Highest in </a:t>
            </a:r>
            <a:r>
              <a:rPr lang="en-US" altLang="en-US" sz="1800" b="1" dirty="0">
                <a:solidFill>
                  <a:schemeClr val="tx1"/>
                </a:solidFill>
                <a:latin typeface="Arial" panose="020B0604020202020204" pitchFamily="34" charset="0"/>
              </a:rPr>
              <a:t>Low-</a:t>
            </a:r>
            <a:r>
              <a:rPr lang="en-US" altLang="en-US" sz="1800" b="1" dirty="0" err="1">
                <a:solidFill>
                  <a:schemeClr val="tx1"/>
                </a:solidFill>
                <a:latin typeface="Arial" panose="020B0604020202020204" pitchFamily="34" charset="0"/>
              </a:rPr>
              <a:t>Nordjylland</a:t>
            </a:r>
            <a:r>
              <a:rPr lang="en-US" altLang="en-US" sz="1800" b="1" dirty="0">
                <a:solidFill>
                  <a:schemeClr val="tx1"/>
                </a:solidFill>
                <a:latin typeface="Arial" panose="020B0604020202020204" pitchFamily="34" charset="0"/>
              </a:rPr>
              <a:t> (54)</a:t>
            </a:r>
            <a:r>
              <a:rPr lang="en-US" altLang="en-US" sz="1800" dirty="0">
                <a:solidFill>
                  <a:schemeClr val="tx1"/>
                </a:solidFill>
                <a:latin typeface="Arial" panose="020B0604020202020204" pitchFamily="34" charset="0"/>
              </a:rPr>
              <a:t> &amp; </a:t>
            </a:r>
            <a:r>
              <a:rPr lang="en-US" altLang="en-US" sz="1800" b="1" dirty="0">
                <a:solidFill>
                  <a:schemeClr val="tx1"/>
                </a:solidFill>
                <a:latin typeface="Arial" panose="020B0604020202020204" pitchFamily="34" charset="0"/>
              </a:rPr>
              <a:t>Medium-</a:t>
            </a:r>
            <a:r>
              <a:rPr lang="en-US" altLang="en-US" sz="1800" b="1" dirty="0" err="1">
                <a:solidFill>
                  <a:schemeClr val="tx1"/>
                </a:solidFill>
                <a:latin typeface="Arial" panose="020B0604020202020204" pitchFamily="34" charset="0"/>
              </a:rPr>
              <a:t>Nordjylland</a:t>
            </a:r>
            <a:r>
              <a:rPr lang="en-US" altLang="en-US" sz="1800" b="1" dirty="0">
                <a:solidFill>
                  <a:schemeClr val="tx1"/>
                </a:solidFill>
                <a:latin typeface="Arial" panose="020B0604020202020204" pitchFamily="34" charset="0"/>
              </a:rPr>
              <a:t> (56)</a:t>
            </a:r>
            <a:r>
              <a:rPr lang="en-US" altLang="en-US" sz="1800" dirty="0">
                <a:solidFill>
                  <a:schemeClr val="tx1"/>
                </a:solidFill>
                <a:latin typeface="Arial" panose="020B0604020202020204" pitchFamily="34" charset="0"/>
              </a:rPr>
              <a:t>, lowest in </a:t>
            </a:r>
            <a:r>
              <a:rPr lang="en-US" altLang="en-US" sz="1800" b="1" dirty="0">
                <a:solidFill>
                  <a:schemeClr val="tx1"/>
                </a:solidFill>
                <a:latin typeface="Arial" panose="020B0604020202020204" pitchFamily="34" charset="0"/>
              </a:rPr>
              <a:t>Low-</a:t>
            </a:r>
            <a:r>
              <a:rPr lang="en-US" altLang="en-US" sz="1800" b="1" dirty="0" err="1">
                <a:solidFill>
                  <a:schemeClr val="tx1"/>
                </a:solidFill>
                <a:latin typeface="Arial" panose="020B0604020202020204" pitchFamily="34" charset="0"/>
              </a:rPr>
              <a:t>Syddanmark</a:t>
            </a:r>
            <a:r>
              <a:rPr lang="en-US" altLang="en-US" sz="1800" b="1" dirty="0">
                <a:solidFill>
                  <a:schemeClr val="tx1"/>
                </a:solidFill>
                <a:latin typeface="Arial" panose="020B0604020202020204" pitchFamily="34" charset="0"/>
              </a:rPr>
              <a:t> (35)</a:t>
            </a:r>
            <a:r>
              <a:rPr lang="en-US" altLang="en-US" sz="1800" dirty="0">
                <a:solidFill>
                  <a:schemeClr val="tx1"/>
                </a:solidFill>
                <a:latin typeface="Arial" panose="020B0604020202020204" pitchFamily="34" charset="0"/>
              </a:rPr>
              <a:t>.</a:t>
            </a:r>
          </a:p>
          <a:p>
            <a:pPr lvl="0" eaLnBrk="0" fontAlgn="base" hangingPunct="0">
              <a:lnSpc>
                <a:spcPct val="100000"/>
              </a:lnSpc>
              <a:spcBef>
                <a:spcPct val="0"/>
              </a:spcBef>
              <a:spcAft>
                <a:spcPct val="0"/>
              </a:spcAft>
              <a:buClrTx/>
              <a:buSzTx/>
              <a:buFont typeface="Wingdings" panose="05000000000000000000" pitchFamily="2" charset="2"/>
              <a:buChar char="§"/>
            </a:pPr>
            <a:r>
              <a:rPr lang="en-US" altLang="en-US" sz="1800" b="1" dirty="0">
                <a:solidFill>
                  <a:schemeClr val="tx1"/>
                </a:solidFill>
                <a:latin typeface="Arial" panose="020B0604020202020204" pitchFamily="34" charset="0"/>
              </a:rPr>
              <a:t>Stage III</a:t>
            </a:r>
            <a:r>
              <a:rPr lang="en-US" altLang="en-US" sz="1800" dirty="0">
                <a:solidFill>
                  <a:schemeClr val="tx1"/>
                </a:solidFill>
                <a:latin typeface="Arial" panose="020B0604020202020204" pitchFamily="34" charset="0"/>
              </a:rPr>
              <a:t> : Highest in </a:t>
            </a:r>
            <a:r>
              <a:rPr lang="en-US" altLang="en-US" sz="1800" b="1" dirty="0">
                <a:solidFill>
                  <a:schemeClr val="tx1"/>
                </a:solidFill>
                <a:latin typeface="Arial" panose="020B0604020202020204" pitchFamily="34" charset="0"/>
              </a:rPr>
              <a:t>Low-Midtjylland (66)</a:t>
            </a:r>
            <a:r>
              <a:rPr lang="en-US" altLang="en-US" sz="1800" dirty="0">
                <a:solidFill>
                  <a:schemeClr val="tx1"/>
                </a:solidFill>
                <a:latin typeface="Arial" panose="020B0604020202020204" pitchFamily="34" charset="0"/>
              </a:rPr>
              <a:t>, lowest in </a:t>
            </a:r>
            <a:r>
              <a:rPr lang="en-US" altLang="en-US" sz="1800" b="1" dirty="0">
                <a:solidFill>
                  <a:schemeClr val="tx1"/>
                </a:solidFill>
                <a:latin typeface="Arial" panose="020B0604020202020204" pitchFamily="34" charset="0"/>
              </a:rPr>
              <a:t>High-Midtjylland (38)</a:t>
            </a:r>
            <a:r>
              <a:rPr lang="en-US" altLang="en-US" sz="1800" dirty="0">
                <a:solidFill>
                  <a:schemeClr val="tx1"/>
                </a:solidFill>
                <a:latin typeface="Arial" panose="020B0604020202020204" pitchFamily="34" charset="0"/>
              </a:rPr>
              <a:t>.</a:t>
            </a:r>
          </a:p>
          <a:p>
            <a:pPr lvl="0" eaLnBrk="0" fontAlgn="base" hangingPunct="0">
              <a:lnSpc>
                <a:spcPct val="100000"/>
              </a:lnSpc>
              <a:spcBef>
                <a:spcPct val="0"/>
              </a:spcBef>
              <a:spcAft>
                <a:spcPct val="0"/>
              </a:spcAft>
              <a:buClrTx/>
              <a:buSzTx/>
              <a:buFont typeface="Wingdings" panose="05000000000000000000" pitchFamily="2" charset="2"/>
              <a:buChar char="§"/>
            </a:pPr>
            <a:r>
              <a:rPr lang="en-US" altLang="en-US" sz="1800" b="1" dirty="0">
                <a:solidFill>
                  <a:schemeClr val="tx1"/>
                </a:solidFill>
                <a:latin typeface="Arial" panose="020B0604020202020204" pitchFamily="34" charset="0"/>
              </a:rPr>
              <a:t>Stage IV</a:t>
            </a:r>
            <a:r>
              <a:rPr lang="en-US" altLang="en-US" sz="1800" dirty="0">
                <a:solidFill>
                  <a:schemeClr val="tx1"/>
                </a:solidFill>
                <a:latin typeface="Arial" panose="020B0604020202020204" pitchFamily="34" charset="0"/>
              </a:rPr>
              <a:t> : Highest in </a:t>
            </a:r>
            <a:r>
              <a:rPr lang="en-US" altLang="en-US" sz="1800" b="1" dirty="0">
                <a:solidFill>
                  <a:schemeClr val="tx1"/>
                </a:solidFill>
                <a:latin typeface="Arial" panose="020B0604020202020204" pitchFamily="34" charset="0"/>
              </a:rPr>
              <a:t>Medium-</a:t>
            </a:r>
            <a:r>
              <a:rPr lang="en-US" altLang="en-US" sz="1800" b="1" dirty="0" err="1">
                <a:solidFill>
                  <a:schemeClr val="tx1"/>
                </a:solidFill>
                <a:latin typeface="Arial" panose="020B0604020202020204" pitchFamily="34" charset="0"/>
              </a:rPr>
              <a:t>Nordjylland</a:t>
            </a:r>
            <a:r>
              <a:rPr lang="en-US" altLang="en-US" sz="1800" b="1" dirty="0">
                <a:solidFill>
                  <a:schemeClr val="tx1"/>
                </a:solidFill>
                <a:latin typeface="Arial" panose="020B0604020202020204" pitchFamily="34" charset="0"/>
              </a:rPr>
              <a:t> (61)</a:t>
            </a:r>
            <a:r>
              <a:rPr lang="en-US" altLang="en-US" sz="1800" dirty="0">
                <a:solidFill>
                  <a:schemeClr val="tx1"/>
                </a:solidFill>
                <a:latin typeface="Arial" panose="020B0604020202020204" pitchFamily="34" charset="0"/>
              </a:rPr>
              <a:t> &amp; </a:t>
            </a:r>
            <a:r>
              <a:rPr lang="en-US" altLang="en-US" sz="1800" b="1" dirty="0">
                <a:solidFill>
                  <a:schemeClr val="tx1"/>
                </a:solidFill>
                <a:latin typeface="Arial" panose="020B0604020202020204" pitchFamily="34" charset="0"/>
              </a:rPr>
              <a:t>Medium-</a:t>
            </a:r>
            <a:r>
              <a:rPr lang="en-US" altLang="en-US" sz="1800" b="1" dirty="0" err="1">
                <a:solidFill>
                  <a:schemeClr val="tx1"/>
                </a:solidFill>
                <a:latin typeface="Arial" panose="020B0604020202020204" pitchFamily="34" charset="0"/>
              </a:rPr>
              <a:t>Syddanmark</a:t>
            </a:r>
            <a:r>
              <a:rPr lang="en-US" altLang="en-US" sz="1800" b="1" dirty="0">
                <a:solidFill>
                  <a:schemeClr val="tx1"/>
                </a:solidFill>
                <a:latin typeface="Arial" panose="020B0604020202020204" pitchFamily="34" charset="0"/>
              </a:rPr>
              <a:t> (60)</a:t>
            </a:r>
            <a:r>
              <a:rPr lang="en-US" altLang="en-US" sz="1800" dirty="0">
                <a:solidFill>
                  <a:schemeClr val="tx1"/>
                </a:solidFill>
                <a:latin typeface="Arial" panose="020B0604020202020204" pitchFamily="34" charset="0"/>
              </a:rPr>
              <a:t>, lowest in </a:t>
            </a:r>
            <a:r>
              <a:rPr lang="en-US" altLang="en-US" sz="1800" b="1" dirty="0">
                <a:solidFill>
                  <a:schemeClr val="tx1"/>
                </a:solidFill>
                <a:latin typeface="Arial" panose="020B0604020202020204" pitchFamily="34" charset="0"/>
              </a:rPr>
              <a:t>Low-</a:t>
            </a:r>
            <a:r>
              <a:rPr lang="en-US" altLang="en-US" sz="1800" b="1" dirty="0" err="1">
                <a:solidFill>
                  <a:schemeClr val="tx1"/>
                </a:solidFill>
                <a:latin typeface="Arial" panose="020B0604020202020204" pitchFamily="34" charset="0"/>
              </a:rPr>
              <a:t>Syddanmark</a:t>
            </a:r>
            <a:r>
              <a:rPr lang="en-US" altLang="en-US" sz="1800" b="1" dirty="0">
                <a:solidFill>
                  <a:schemeClr val="tx1"/>
                </a:solidFill>
                <a:latin typeface="Arial" panose="020B0604020202020204" pitchFamily="34" charset="0"/>
              </a:rPr>
              <a:t> (38).</a:t>
            </a:r>
            <a:endParaRPr lang="en-US" sz="1800" dirty="0"/>
          </a:p>
        </p:txBody>
      </p:sp>
      <p:pic>
        <p:nvPicPr>
          <p:cNvPr id="5" name="Content Placeholder 5">
            <a:extLst>
              <a:ext uri="{FF2B5EF4-FFF2-40B4-BE49-F238E27FC236}">
                <a16:creationId xmlns:a16="http://schemas.microsoft.com/office/drawing/2014/main" id="{64AB26D5-98F2-4956-5E05-1E230AFF05F6}"/>
              </a:ext>
            </a:extLst>
          </p:cNvPr>
          <p:cNvPicPr>
            <a:picLocks noGrp="1" noChangeAspect="1"/>
          </p:cNvPicPr>
          <p:nvPr>
            <p:ph sz="half" idx="1"/>
          </p:nvPr>
        </p:nvPicPr>
        <p:blipFill>
          <a:blip r:embed="rId2"/>
          <a:stretch>
            <a:fillRect/>
          </a:stretch>
        </p:blipFill>
        <p:spPr>
          <a:xfrm>
            <a:off x="105453" y="1986117"/>
            <a:ext cx="5930222" cy="3896524"/>
          </a:xfrm>
          <a:prstGeom prst="rect">
            <a:avLst/>
          </a:prstGeom>
        </p:spPr>
      </p:pic>
    </p:spTree>
    <p:extLst>
      <p:ext uri="{BB962C8B-B14F-4D97-AF65-F5344CB8AC3E}">
        <p14:creationId xmlns:p14="http://schemas.microsoft.com/office/powerpoint/2010/main" val="31030234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3507F5-BA42-A13C-8252-82FF366F6300}"/>
              </a:ext>
            </a:extLst>
          </p:cNvPr>
          <p:cNvSpPr>
            <a:spLocks noGrp="1"/>
          </p:cNvSpPr>
          <p:nvPr>
            <p:ph type="title"/>
          </p:nvPr>
        </p:nvSpPr>
        <p:spPr/>
        <p:txBody>
          <a:bodyPr/>
          <a:lstStyle/>
          <a:p>
            <a:r>
              <a:rPr lang="en-US" b="1" dirty="0"/>
              <a:t>Lifestyle factors like smoking with Alcohol impact survival.</a:t>
            </a:r>
            <a:endParaRPr lang="en-US" dirty="0"/>
          </a:p>
        </p:txBody>
      </p:sp>
      <p:graphicFrame>
        <p:nvGraphicFramePr>
          <p:cNvPr id="6" name="Content Placeholder 5">
            <a:extLst>
              <a:ext uri="{FF2B5EF4-FFF2-40B4-BE49-F238E27FC236}">
                <a16:creationId xmlns:a16="http://schemas.microsoft.com/office/drawing/2014/main" id="{F8D2F30C-1B0C-3EC5-1A97-229029E5FD64}"/>
              </a:ext>
            </a:extLst>
          </p:cNvPr>
          <p:cNvGraphicFramePr>
            <a:graphicFrameLocks noGrp="1"/>
          </p:cNvGraphicFramePr>
          <p:nvPr>
            <p:ph sz="half" idx="2"/>
            <p:extLst>
              <p:ext uri="{D42A27DB-BD31-4B8C-83A1-F6EECF244321}">
                <p14:modId xmlns:p14="http://schemas.microsoft.com/office/powerpoint/2010/main" val="2918598921"/>
              </p:ext>
            </p:extLst>
          </p:nvPr>
        </p:nvGraphicFramePr>
        <p:xfrm>
          <a:off x="6218238" y="1846263"/>
          <a:ext cx="5393659" cy="2595880"/>
        </p:xfrm>
        <a:graphic>
          <a:graphicData uri="http://schemas.openxmlformats.org/drawingml/2006/table">
            <a:tbl>
              <a:tblPr firstRow="1" bandRow="1">
                <a:tableStyleId>{5C22544A-7EE6-4342-B048-85BDC9FD1C3A}</a:tableStyleId>
              </a:tblPr>
              <a:tblGrid>
                <a:gridCol w="1433112">
                  <a:extLst>
                    <a:ext uri="{9D8B030D-6E8A-4147-A177-3AD203B41FA5}">
                      <a16:colId xmlns:a16="http://schemas.microsoft.com/office/drawing/2014/main" val="4213744433"/>
                    </a:ext>
                  </a:extLst>
                </a:gridCol>
                <a:gridCol w="1688761">
                  <a:extLst>
                    <a:ext uri="{9D8B030D-6E8A-4147-A177-3AD203B41FA5}">
                      <a16:colId xmlns:a16="http://schemas.microsoft.com/office/drawing/2014/main" val="1596138682"/>
                    </a:ext>
                  </a:extLst>
                </a:gridCol>
                <a:gridCol w="2271786">
                  <a:extLst>
                    <a:ext uri="{9D8B030D-6E8A-4147-A177-3AD203B41FA5}">
                      <a16:colId xmlns:a16="http://schemas.microsoft.com/office/drawing/2014/main" val="1352157161"/>
                    </a:ext>
                  </a:extLst>
                </a:gridCol>
              </a:tblGrid>
              <a:tr h="370840">
                <a:tc>
                  <a:txBody>
                    <a:bodyPr/>
                    <a:lstStyle/>
                    <a:p>
                      <a:pPr algn="ctr"/>
                      <a:r>
                        <a:rPr lang="en-US" b="1" dirty="0">
                          <a:solidFill>
                            <a:schemeClr val="tx1"/>
                          </a:solidFill>
                        </a:rPr>
                        <a:t>Factors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a:solidFill>
                            <a:schemeClr val="tx1"/>
                          </a:solidFill>
                        </a:rPr>
                        <a:t>Category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b="1" dirty="0" err="1">
                          <a:solidFill>
                            <a:schemeClr val="tx1"/>
                          </a:solidFill>
                        </a:rPr>
                        <a:t>Avg_survival</a:t>
                      </a:r>
                      <a:r>
                        <a:rPr lang="en-US" b="1" dirty="0">
                          <a:solidFill>
                            <a:schemeClr val="tx1"/>
                          </a:solidFill>
                        </a:rPr>
                        <a:t>(months)</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13881361"/>
                  </a:ext>
                </a:extLst>
              </a:tr>
              <a:tr h="370840">
                <a:tc>
                  <a:txBody>
                    <a:bodyPr/>
                    <a:lstStyle/>
                    <a:p>
                      <a:pPr algn="ctr"/>
                      <a:r>
                        <a:rPr lang="en-US" dirty="0"/>
                        <a:t>Smoking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Current</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59.5</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98881370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Smoking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Former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59.3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010503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Smoking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Never</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59.6</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64294720"/>
                  </a:ext>
                </a:extLst>
              </a:tr>
              <a:tr h="370840">
                <a:tc>
                  <a:txBody>
                    <a:bodyPr/>
                    <a:lstStyle/>
                    <a:p>
                      <a:pPr algn="ctr"/>
                      <a:r>
                        <a:rPr lang="en-US" dirty="0"/>
                        <a:t>Alcohol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Heavy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60.1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932238550"/>
                  </a:ext>
                </a:extLst>
              </a:tr>
              <a:tr h="370840">
                <a:tc>
                  <a:txBody>
                    <a:bodyPr/>
                    <a:lstStyle/>
                    <a:p>
                      <a:pPr algn="ctr"/>
                      <a:r>
                        <a:rPr lang="en-US" dirty="0"/>
                        <a:t>Alcohol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Moderate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58.2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7002994"/>
                  </a:ext>
                </a:extLst>
              </a:tr>
              <a:tr h="370840">
                <a:tc>
                  <a:txBody>
                    <a:bodyPr/>
                    <a:lstStyle/>
                    <a:p>
                      <a:pPr algn="ctr"/>
                      <a:r>
                        <a:rPr lang="en-US" dirty="0"/>
                        <a:t>Alcohol</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none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lang="en-US" dirty="0"/>
                        <a:t>60.1</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533950967"/>
                  </a:ext>
                </a:extLst>
              </a:tr>
            </a:tbl>
          </a:graphicData>
        </a:graphic>
      </p:graphicFrame>
      <p:sp>
        <p:nvSpPr>
          <p:cNvPr id="8" name="Content Placeholder 7">
            <a:extLst>
              <a:ext uri="{FF2B5EF4-FFF2-40B4-BE49-F238E27FC236}">
                <a16:creationId xmlns:a16="http://schemas.microsoft.com/office/drawing/2014/main" id="{689A89C5-219C-233B-AC39-2564A2F12111}"/>
              </a:ext>
            </a:extLst>
          </p:cNvPr>
          <p:cNvSpPr>
            <a:spLocks noGrp="1"/>
          </p:cNvSpPr>
          <p:nvPr>
            <p:ph sz="half" idx="1"/>
          </p:nvPr>
        </p:nvSpPr>
        <p:spPr/>
        <p:txBody>
          <a:bodyPr>
            <a:normAutofit fontScale="77500" lnSpcReduction="20000"/>
          </a:bodyPr>
          <a:lstStyle/>
          <a:p>
            <a:r>
              <a:rPr lang="en-US" b="1" dirty="0"/>
              <a:t>Smoking Effects</a:t>
            </a:r>
          </a:p>
          <a:p>
            <a:r>
              <a:rPr lang="en-US" b="1" dirty="0"/>
              <a:t>Current</a:t>
            </a:r>
            <a:r>
              <a:rPr lang="en-US" dirty="0"/>
              <a:t> smokers have an average survival of 59.5 months.image.jpg</a:t>
            </a:r>
          </a:p>
          <a:p>
            <a:r>
              <a:rPr lang="en-US" b="1" dirty="0"/>
              <a:t>Former</a:t>
            </a:r>
            <a:r>
              <a:rPr lang="en-US" dirty="0"/>
              <a:t> smokers have an average survival of 59.3 months.image.jpg</a:t>
            </a:r>
          </a:p>
          <a:p>
            <a:r>
              <a:rPr lang="en-US" b="1" dirty="0"/>
              <a:t>Never</a:t>
            </a:r>
            <a:r>
              <a:rPr lang="en-US" dirty="0"/>
              <a:t> smokers have the highest average survival at 59.6 months.image.jpg</a:t>
            </a:r>
          </a:p>
          <a:p>
            <a:r>
              <a:rPr lang="en-US" b="1" dirty="0"/>
              <a:t>Alcohol Effects</a:t>
            </a:r>
          </a:p>
          <a:p>
            <a:r>
              <a:rPr lang="en-US" b="1" dirty="0"/>
              <a:t>Heavy</a:t>
            </a:r>
            <a:r>
              <a:rPr lang="en-US" dirty="0"/>
              <a:t> or </a:t>
            </a:r>
            <a:r>
              <a:rPr lang="en-US" b="1" dirty="0"/>
              <a:t>no alcohol</a:t>
            </a:r>
            <a:r>
              <a:rPr lang="en-US" dirty="0"/>
              <a:t> drinkers have the highest average survival at 60.1 months.image.jpg</a:t>
            </a:r>
          </a:p>
          <a:p>
            <a:r>
              <a:rPr lang="en-US" b="1" dirty="0"/>
              <a:t>Moderate</a:t>
            </a:r>
            <a:r>
              <a:rPr lang="en-US" dirty="0"/>
              <a:t> drinkers have the lowest average survival at 58.2 months.image.jpg</a:t>
            </a:r>
          </a:p>
          <a:p>
            <a:r>
              <a:rPr lang="en-US" dirty="0"/>
              <a:t>Overall, differences in survival between categories are small, but moderate alcohol use is linked to the lowest average survival in this data</a:t>
            </a:r>
          </a:p>
          <a:p>
            <a:endParaRPr lang="en-US" dirty="0"/>
          </a:p>
        </p:txBody>
      </p:sp>
    </p:spTree>
    <p:extLst>
      <p:ext uri="{BB962C8B-B14F-4D97-AF65-F5344CB8AC3E}">
        <p14:creationId xmlns:p14="http://schemas.microsoft.com/office/powerpoint/2010/main" val="10339235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43AABA-F8EC-239F-1E49-CC58087A3C95}"/>
              </a:ext>
            </a:extLst>
          </p:cNvPr>
          <p:cNvSpPr>
            <a:spLocks noGrp="1"/>
          </p:cNvSpPr>
          <p:nvPr>
            <p:ph type="title"/>
          </p:nvPr>
        </p:nvSpPr>
        <p:spPr/>
        <p:txBody>
          <a:bodyPr/>
          <a:lstStyle/>
          <a:p>
            <a:r>
              <a:rPr lang="en-US" b="1" dirty="0"/>
              <a:t>Does Cancer Type vary by Survival, and patients age</a:t>
            </a:r>
            <a:endParaRPr lang="en-US" dirty="0"/>
          </a:p>
        </p:txBody>
      </p:sp>
      <p:pic>
        <p:nvPicPr>
          <p:cNvPr id="6" name="Content Placeholder 5">
            <a:extLst>
              <a:ext uri="{FF2B5EF4-FFF2-40B4-BE49-F238E27FC236}">
                <a16:creationId xmlns:a16="http://schemas.microsoft.com/office/drawing/2014/main" id="{9F09FFFA-736C-2BCD-BBBA-F1E0917F5AB0}"/>
              </a:ext>
            </a:extLst>
          </p:cNvPr>
          <p:cNvPicPr>
            <a:picLocks noGrp="1" noChangeAspect="1"/>
          </p:cNvPicPr>
          <p:nvPr>
            <p:ph sz="half" idx="1"/>
          </p:nvPr>
        </p:nvPicPr>
        <p:blipFill>
          <a:blip r:embed="rId2"/>
          <a:stretch>
            <a:fillRect/>
          </a:stretch>
        </p:blipFill>
        <p:spPr>
          <a:xfrm>
            <a:off x="504386" y="2128656"/>
            <a:ext cx="3724795" cy="2600688"/>
          </a:xfrm>
          <a:prstGeom prst="rect">
            <a:avLst/>
          </a:prstGeom>
        </p:spPr>
      </p:pic>
      <p:sp>
        <p:nvSpPr>
          <p:cNvPr id="4" name="Content Placeholder 3">
            <a:extLst>
              <a:ext uri="{FF2B5EF4-FFF2-40B4-BE49-F238E27FC236}">
                <a16:creationId xmlns:a16="http://schemas.microsoft.com/office/drawing/2014/main" id="{CD31A9D7-ABDB-BFDB-51E3-E5954A715AE6}"/>
              </a:ext>
            </a:extLst>
          </p:cNvPr>
          <p:cNvSpPr>
            <a:spLocks noGrp="1"/>
          </p:cNvSpPr>
          <p:nvPr>
            <p:ph sz="half" idx="2"/>
          </p:nvPr>
        </p:nvSpPr>
        <p:spPr>
          <a:xfrm>
            <a:off x="5156036" y="1944060"/>
            <a:ext cx="5452970" cy="4023359"/>
          </a:xfrm>
        </p:spPr>
        <p:txBody>
          <a:bodyPr/>
          <a:lstStyle/>
          <a:p>
            <a:r>
              <a:rPr lang="en-US" dirty="0"/>
              <a:t>Age range: 18–89 years (avg ≈ 54)</a:t>
            </a:r>
          </a:p>
          <a:p>
            <a:r>
              <a:rPr lang="en-US" dirty="0"/>
              <a:t>Survival range: 1–119 months (avg ≈ 53).</a:t>
            </a:r>
          </a:p>
          <a:p>
            <a:r>
              <a:rPr lang="en-US" dirty="0"/>
              <a:t>There are 6 Cancer Types:</a:t>
            </a:r>
          </a:p>
          <a:p>
            <a:r>
              <a:rPr lang="en-US" dirty="0"/>
              <a:t>Prostate and Skin Cancer has the highest avg age(54.8) and least avg age is Breast cancer(52.9).</a:t>
            </a:r>
          </a:p>
          <a:p>
            <a:r>
              <a:rPr lang="en-US" dirty="0" err="1"/>
              <a:t>Avg_survival_months</a:t>
            </a:r>
            <a:r>
              <a:rPr lang="en-US" dirty="0"/>
              <a:t> has the highest in lung cancer(61.7) and lowest in skin cancer(55.5).</a:t>
            </a:r>
          </a:p>
        </p:txBody>
      </p:sp>
    </p:spTree>
    <p:extLst>
      <p:ext uri="{BB962C8B-B14F-4D97-AF65-F5344CB8AC3E}">
        <p14:creationId xmlns:p14="http://schemas.microsoft.com/office/powerpoint/2010/main" val="27488189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b="1" dirty="0"/>
              <a:t>Key Insights</a:t>
            </a:r>
          </a:p>
        </p:txBody>
      </p:sp>
      <p:sp>
        <p:nvSpPr>
          <p:cNvPr id="3" name="Content Placeholder 2"/>
          <p:cNvSpPr>
            <a:spLocks noGrp="1"/>
          </p:cNvSpPr>
          <p:nvPr>
            <p:ph idx="1"/>
          </p:nvPr>
        </p:nvSpPr>
        <p:spPr/>
        <p:txBody>
          <a:bodyPr/>
          <a:lstStyle/>
          <a:p>
            <a:r>
              <a:rPr dirty="0"/>
              <a:t>Summary of findings:</a:t>
            </a:r>
          </a:p>
          <a:p>
            <a:pPr lvl="1"/>
            <a:r>
              <a:rPr lang="en-US" dirty="0"/>
              <a:t>Age range: 18–89 years (avg ≈ 54)</a:t>
            </a:r>
          </a:p>
          <a:p>
            <a:pPr lvl="1"/>
            <a:r>
              <a:rPr lang="en-US" dirty="0"/>
              <a:t>Balanced gender distribution (males=51% , females=49%).</a:t>
            </a:r>
          </a:p>
          <a:p>
            <a:pPr lvl="1"/>
            <a:r>
              <a:rPr lang="en-US" dirty="0"/>
              <a:t>Stage III is the most frequent diagnosis stage with 769 patients.</a:t>
            </a:r>
          </a:p>
          <a:p>
            <a:pPr lvl="1"/>
            <a:r>
              <a:rPr dirty="0"/>
              <a:t>Lung cancer is the most common </a:t>
            </a:r>
            <a:r>
              <a:rPr lang="en-US" dirty="0"/>
              <a:t>cancer </a:t>
            </a:r>
            <a:r>
              <a:rPr dirty="0"/>
              <a:t>type.</a:t>
            </a:r>
          </a:p>
          <a:p>
            <a:pPr lvl="1"/>
            <a:r>
              <a:rPr dirty="0"/>
              <a:t>Immunotherapy is the most common treatment</a:t>
            </a:r>
            <a:r>
              <a:rPr lang="en-US" dirty="0"/>
              <a:t> type with 612 patients.</a:t>
            </a:r>
            <a:endParaRPr dirty="0"/>
          </a:p>
          <a:p>
            <a:pPr lvl="1"/>
            <a:r>
              <a:rPr dirty="0"/>
              <a:t>Regional distribution shows concentration in Midtjylland.</a:t>
            </a:r>
            <a:endParaRPr lang="en-US" dirty="0"/>
          </a:p>
          <a:p>
            <a:pPr lvl="1"/>
            <a:r>
              <a:rPr lang="en-US" dirty="0"/>
              <a:t>Half of patients present with metastasis.</a:t>
            </a:r>
          </a:p>
          <a:p>
            <a:pPr lvl="1"/>
            <a:r>
              <a:rPr lang="en-US" dirty="0"/>
              <a:t>High and medium income level patients are most in our dataset.</a:t>
            </a:r>
          </a:p>
          <a:p>
            <a:pPr lvl="1"/>
            <a:r>
              <a:rPr lang="en-US" dirty="0"/>
              <a:t>Lifestyle factors like smoking and alcohol affect survival.</a:t>
            </a:r>
          </a:p>
          <a:p>
            <a:pPr lvl="1"/>
            <a:r>
              <a:rPr lang="en-US" dirty="0"/>
              <a:t>Survival is strongly affected with </a:t>
            </a:r>
            <a:r>
              <a:rPr lang="en-US" dirty="0" err="1"/>
              <a:t>Smoking,Relapse</a:t>
            </a:r>
            <a:r>
              <a:rPr lang="en-US" dirty="0"/>
              <a:t> and metastasis.</a:t>
            </a:r>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F6F5C2-1EB9-7835-B1CA-B5C3F0C0ED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66974B-14A3-A3FF-C740-CE4DDCA9811B}"/>
              </a:ext>
            </a:extLst>
          </p:cNvPr>
          <p:cNvSpPr>
            <a:spLocks noGrp="1"/>
          </p:cNvSpPr>
          <p:nvPr>
            <p:ph type="title"/>
          </p:nvPr>
        </p:nvSpPr>
        <p:spPr/>
        <p:txBody>
          <a:bodyPr/>
          <a:lstStyle/>
          <a:p>
            <a:r>
              <a:rPr lang="en-US" b="1" dirty="0"/>
              <a:t>Conclusion</a:t>
            </a:r>
            <a:endParaRPr b="1" dirty="0"/>
          </a:p>
        </p:txBody>
      </p:sp>
      <p:sp>
        <p:nvSpPr>
          <p:cNvPr id="3" name="Content Placeholder 2">
            <a:extLst>
              <a:ext uri="{FF2B5EF4-FFF2-40B4-BE49-F238E27FC236}">
                <a16:creationId xmlns:a16="http://schemas.microsoft.com/office/drawing/2014/main" id="{CC6C5A7E-1945-1468-63A6-5B5D9A5BD830}"/>
              </a:ext>
            </a:extLst>
          </p:cNvPr>
          <p:cNvSpPr>
            <a:spLocks noGrp="1"/>
          </p:cNvSpPr>
          <p:nvPr>
            <p:ph idx="1"/>
          </p:nvPr>
        </p:nvSpPr>
        <p:spPr/>
        <p:txBody>
          <a:bodyPr>
            <a:normAutofit/>
          </a:bodyPr>
          <a:lstStyle/>
          <a:p>
            <a:pPr marL="0" indent="0">
              <a:buNone/>
            </a:pPr>
            <a:r>
              <a:rPr lang="en-US" dirty="0"/>
              <a:t>This dataset not only highlights the medical challenges of cancer but also emphasizes the importance of lifestyle and socioeconomic conditions in survival. These insights can help in designing better screening programs, targeted treatments, and awareness campaigns.</a:t>
            </a:r>
            <a:endParaRPr dirty="0"/>
          </a:p>
        </p:txBody>
      </p:sp>
    </p:spTree>
    <p:extLst>
      <p:ext uri="{BB962C8B-B14F-4D97-AF65-F5344CB8AC3E}">
        <p14:creationId xmlns:p14="http://schemas.microsoft.com/office/powerpoint/2010/main" val="2292620946"/>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Retrospect</Template>
  <TotalTime>1020</TotalTime>
  <Words>696</Words>
  <Application>Microsoft Office PowerPoint</Application>
  <PresentationFormat>Widescreen</PresentationFormat>
  <Paragraphs>100</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Calibri</vt:lpstr>
      <vt:lpstr>Calibri Light</vt:lpstr>
      <vt:lpstr>Wingdings</vt:lpstr>
      <vt:lpstr>Retrospect</vt:lpstr>
      <vt:lpstr>CANCER DATA ANALYSIS</vt:lpstr>
      <vt:lpstr>Dataset Overview</vt:lpstr>
      <vt:lpstr>Objectives of Analysis</vt:lpstr>
      <vt:lpstr>Treatment types differ by cancer stage and patient gender.</vt:lpstr>
      <vt:lpstr>To identify treatment patterns across cancer types and stages.</vt:lpstr>
      <vt:lpstr>Income level, region, and cancer stage show variation.</vt:lpstr>
      <vt:lpstr>Lifestyle factors like smoking with Alcohol impact survival.</vt:lpstr>
      <vt:lpstr>Does Cancer Type vary by Survival, and patients age</vt:lpstr>
      <vt:lpstr>Key Insights</vt:lpstr>
      <vt:lpstr>Conclusion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Mohammed kaif Momin</cp:lastModifiedBy>
  <cp:revision>8</cp:revision>
  <dcterms:created xsi:type="dcterms:W3CDTF">2013-01-27T09:14:16Z</dcterms:created>
  <dcterms:modified xsi:type="dcterms:W3CDTF">2025-09-09T17:51:33Z</dcterms:modified>
  <cp:category/>
</cp:coreProperties>
</file>